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8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9.xml"/>
  <Override ContentType="application/vnd.openxmlformats-officedocument.presentationml.slideMaster+xml" PartName="/ppt/slideMasters/slideMaster11.xml"/>
  <Override ContentType="application/vnd.openxmlformats-officedocument.presentationml.slideMaster+xml" PartName="/ppt/slideMasters/slideMaster12.xml"/>
  <Override ContentType="application/vnd.openxmlformats-officedocument.presentationml.slideMaster+xml" PartName="/ppt/slideMasters/slideMaster10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4.xml"/>
  <Override ContentType="application/vnd.openxmlformats-officedocument.presentationml.slideMaster+xml" PartName="/ppt/slideMasters/slideMaster7.xml"/>
  <Override ContentType="application/vnd.openxmlformats-officedocument.presentationml.slideMaster+xml" PartName="/ppt/slideMasters/slideMaster6.xml"/>
  <Override ContentType="application/vnd.openxmlformats-officedocument.presentationml.slideMaster+xml" PartName="/ppt/slideMasters/slideMaster5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6.xml"/>
  <Override ContentType="application/vnd.openxmlformats-officedocument.theme+xml" PartName="/ppt/theme/theme3.xml"/>
  <Override ContentType="application/vnd.openxmlformats-officedocument.theme+xml" PartName="/ppt/theme/theme11.xml"/>
  <Override ContentType="application/vnd.openxmlformats-officedocument.theme+xml" PartName="/ppt/theme/theme5.xml"/>
  <Override ContentType="application/vnd.openxmlformats-officedocument.theme+xml" PartName="/ppt/theme/theme9.xml"/>
  <Override ContentType="application/vnd.openxmlformats-officedocument.theme+xml" PartName="/ppt/theme/theme13.xml"/>
  <Override ContentType="application/vnd.openxmlformats-officedocument.theme+xml" PartName="/ppt/theme/theme7.xml"/>
  <Override ContentType="application/vnd.openxmlformats-officedocument.theme+xml" PartName="/ppt/theme/theme2.xml"/>
  <Override ContentType="application/vnd.openxmlformats-officedocument.theme+xml" PartName="/ppt/theme/theme4.xml"/>
  <Override ContentType="application/vnd.openxmlformats-officedocument.theme+xml" PartName="/ppt/theme/theme8.xml"/>
  <Override ContentType="application/vnd.openxmlformats-officedocument.theme+xml" PartName="/ppt/theme/theme10.xml"/>
  <Override ContentType="application/vnd.openxmlformats-officedocument.theme+xml" PartName="/ppt/theme/theme1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  <p:sldMasterId id="2147483662" r:id="rId4"/>
    <p:sldMasterId id="2147483674" r:id="rId5"/>
    <p:sldMasterId id="2147483676" r:id="rId6"/>
    <p:sldMasterId id="2147483680" r:id="rId7"/>
    <p:sldMasterId id="2147483682" r:id="rId8"/>
    <p:sldMasterId id="2147483684" r:id="rId9"/>
    <p:sldMasterId id="2147483686" r:id="rId10"/>
    <p:sldMasterId id="2147483688" r:id="rId11"/>
    <p:sldMasterId id="2147483690" r:id="rId12"/>
    <p:sldMasterId id="2147483692" r:id="rId13"/>
    <p:sldMasterId id="2147483694" r:id="rId14"/>
  </p:sldMasterIdLst>
  <p:notesMasterIdLst>
    <p:notesMasterId r:id="rId15"/>
  </p:notesMasterIdLst>
  <p:sldIdLst>
    <p:sldId id="256" r:id="rId16"/>
    <p:sldId id="257" r:id="rId17"/>
    <p:sldId id="258" r:id="rId18"/>
    <p:sldId id="259" r:id="rId19"/>
    <p:sldId id="260" r:id="rId20"/>
    <p:sldId id="261" r:id="rId21"/>
    <p:sldId id="262" r:id="rId22"/>
    <p:sldId id="263" r:id="rId23"/>
    <p:sldId id="264" r:id="rId24"/>
    <p:sldId id="265" r:id="rId25"/>
  </p:sldIdLst>
  <p:sldSz cy="5143500" cx="9144000"/>
  <p:notesSz cx="6858000" cy="9144000"/>
  <p:embeddedFontLst>
    <p:embeddedFont>
      <p:font typeface="Open Sans"/>
      <p:regular r:id="rId26"/>
      <p:bold r:id="rId27"/>
      <p:italic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0" roundtripDataSignature="AMtx7mi8cyGMdPEjST3gETSq278k6DQWN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5.xml"/><Relationship Id="rId22" Type="http://schemas.openxmlformats.org/officeDocument/2006/relationships/slide" Target="slides/slide7.xml"/><Relationship Id="rId21" Type="http://schemas.openxmlformats.org/officeDocument/2006/relationships/slide" Target="slides/slide6.xml"/><Relationship Id="rId24" Type="http://schemas.openxmlformats.org/officeDocument/2006/relationships/slide" Target="slides/slide9.xml"/><Relationship Id="rId23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Master" Target="slideMasters/slideMaster7.xml"/><Relationship Id="rId26" Type="http://schemas.openxmlformats.org/officeDocument/2006/relationships/font" Target="fonts/OpenSans-regular.fntdata"/><Relationship Id="rId25" Type="http://schemas.openxmlformats.org/officeDocument/2006/relationships/slide" Target="slides/slide10.xml"/><Relationship Id="rId28" Type="http://schemas.openxmlformats.org/officeDocument/2006/relationships/font" Target="fonts/OpenSans-italic.fntdata"/><Relationship Id="rId27" Type="http://schemas.openxmlformats.org/officeDocument/2006/relationships/font" Target="fonts/OpenSans-bold.fntdata"/><Relationship Id="rId5" Type="http://schemas.openxmlformats.org/officeDocument/2006/relationships/slideMaster" Target="slideMasters/slideMaster3.xml"/><Relationship Id="rId6" Type="http://schemas.openxmlformats.org/officeDocument/2006/relationships/slideMaster" Target="slideMasters/slideMaster4.xml"/><Relationship Id="rId29" Type="http://schemas.openxmlformats.org/officeDocument/2006/relationships/font" Target="fonts/OpenSans-boldItalic.fntdata"/><Relationship Id="rId7" Type="http://schemas.openxmlformats.org/officeDocument/2006/relationships/slideMaster" Target="slideMasters/slideMaster5.xml"/><Relationship Id="rId8" Type="http://schemas.openxmlformats.org/officeDocument/2006/relationships/slideMaster" Target="slideMasters/slideMaster6.xml"/><Relationship Id="rId30" Type="http://customschemas.google.com/relationships/presentationmetadata" Target="metadata"/><Relationship Id="rId11" Type="http://schemas.openxmlformats.org/officeDocument/2006/relationships/slideMaster" Target="slideMasters/slideMaster9.xml"/><Relationship Id="rId10" Type="http://schemas.openxmlformats.org/officeDocument/2006/relationships/slideMaster" Target="slideMasters/slideMaster8.xml"/><Relationship Id="rId13" Type="http://schemas.openxmlformats.org/officeDocument/2006/relationships/slideMaster" Target="slideMasters/slideMaster11.xml"/><Relationship Id="rId12" Type="http://schemas.openxmlformats.org/officeDocument/2006/relationships/slideMaster" Target="slideMasters/slideMaster10.xml"/><Relationship Id="rId15" Type="http://schemas.openxmlformats.org/officeDocument/2006/relationships/notesMaster" Target="notesMasters/notesMaster1.xml"/><Relationship Id="rId14" Type="http://schemas.openxmlformats.org/officeDocument/2006/relationships/slideMaster" Target="slideMasters/slideMaster12.xml"/><Relationship Id="rId17" Type="http://schemas.openxmlformats.org/officeDocument/2006/relationships/slide" Target="slides/slide2.xml"/><Relationship Id="rId16" Type="http://schemas.openxmlformats.org/officeDocument/2006/relationships/slide" Target="slides/slide1.xml"/><Relationship Id="rId19" Type="http://schemas.openxmlformats.org/officeDocument/2006/relationships/slide" Target="slides/slide4.xml"/><Relationship Id="rId1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" type="title">
  <p:cSld name="TITLE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12"/>
          <p:cNvSpPr txBox="1"/>
          <p:nvPr>
            <p:ph type="title"/>
          </p:nvPr>
        </p:nvSpPr>
        <p:spPr>
          <a:xfrm>
            <a:off x="311760" y="2151000"/>
            <a:ext cx="8520120" cy="841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2"/>
          <p:cNvSpPr txBox="1"/>
          <p:nvPr>
            <p:ph idx="1"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1800"/>
              <a:buChar char=" "/>
              <a:defRPr/>
            </a:lvl1pPr>
            <a:lvl2pPr lvl="1" algn="l">
              <a:lnSpc>
                <a:spcPct val="90000"/>
              </a:lnSpc>
              <a:spcBef>
                <a:spcPts val="150"/>
              </a:spcBef>
              <a:spcAft>
                <a:spcPts val="0"/>
              </a:spcAft>
              <a:buSzPts val="1800"/>
              <a:buChar char="◦"/>
              <a:defRPr/>
            </a:lvl2pPr>
            <a:lvl3pPr lvl="2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3pPr>
            <a:lvl4pPr lvl="3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4pPr>
            <a:lvl5pPr lvl="4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5pPr>
            <a:lvl6pPr lvl="5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6pPr>
            <a:lvl7pPr lvl="6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7pPr>
            <a:lvl8pPr lvl="7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8pPr>
            <a:lvl9pPr lvl="8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17" name="Google Shape;17;p12"/>
          <p:cNvSpPr txBox="1"/>
          <p:nvPr>
            <p:ph idx="12" type="sldNum"/>
          </p:nvPr>
        </p:nvSpPr>
        <p:spPr>
          <a:xfrm>
            <a:off x="7425344" y="4844839"/>
            <a:ext cx="98401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788">
                <a:solidFill>
                  <a:srgbClr val="FFFFFF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 sz="788">
                <a:solidFill>
                  <a:srgbClr val="FFFFFF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 sz="788">
                <a:solidFill>
                  <a:srgbClr val="FFFFFF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 sz="788">
                <a:solidFill>
                  <a:srgbClr val="FFFFFF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 sz="788">
                <a:solidFill>
                  <a:srgbClr val="FFFFFF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 sz="788">
                <a:solidFill>
                  <a:srgbClr val="FFFFFF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 sz="788">
                <a:solidFill>
                  <a:srgbClr val="FFFFFF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 sz="788">
                <a:solidFill>
                  <a:srgbClr val="FFFFFF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 sz="788">
                <a:solidFill>
                  <a:srgbClr val="FFFFFF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 sz="1000">
              <a:solidFill>
                <a:schemeClr val="dk2"/>
              </a:solidFill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5"/>
          <p:cNvSpPr txBox="1"/>
          <p:nvPr>
            <p:ph type="title"/>
          </p:nvPr>
        </p:nvSpPr>
        <p:spPr>
          <a:xfrm>
            <a:off x="311760" y="2151000"/>
            <a:ext cx="8520120" cy="841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5"/>
          <p:cNvSpPr txBox="1"/>
          <p:nvPr>
            <p:ph idx="1"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15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21" name="Google Shape;21;p15"/>
          <p:cNvSpPr txBox="1"/>
          <p:nvPr>
            <p:ph idx="12" type="sldNum"/>
          </p:nvPr>
        </p:nvSpPr>
        <p:spPr>
          <a:xfrm>
            <a:off x="7425344" y="4844839"/>
            <a:ext cx="98401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788">
                <a:solidFill>
                  <a:srgbClr val="FFFFFF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 sz="788">
                <a:solidFill>
                  <a:srgbClr val="FFFFFF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 sz="788">
                <a:solidFill>
                  <a:srgbClr val="FFFFFF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 sz="788">
                <a:solidFill>
                  <a:srgbClr val="FFFFFF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 sz="788">
                <a:solidFill>
                  <a:srgbClr val="FFFFFF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 sz="788">
                <a:solidFill>
                  <a:srgbClr val="FFFFFF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 sz="788">
                <a:solidFill>
                  <a:srgbClr val="FFFFFF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 sz="788">
                <a:solidFill>
                  <a:srgbClr val="FFFFFF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 sz="788">
                <a:solidFill>
                  <a:srgbClr val="FFFFFF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 sz="1000">
              <a:solidFill>
                <a:schemeClr val="dk2"/>
              </a:solidFill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ый слайд" showMasterSp="0">
  <p:cSld name="Титульный слайд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2"/>
          <p:cNvSpPr/>
          <p:nvPr/>
        </p:nvSpPr>
        <p:spPr>
          <a:xfrm>
            <a:off x="2382" y="4800600"/>
            <a:ext cx="9141619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22"/>
          <p:cNvSpPr/>
          <p:nvPr/>
        </p:nvSpPr>
        <p:spPr>
          <a:xfrm>
            <a:off x="12" y="4750737"/>
            <a:ext cx="9141619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22"/>
          <p:cNvSpPr txBox="1"/>
          <p:nvPr>
            <p:ph type="ctrTitle"/>
          </p:nvPr>
        </p:nvSpPr>
        <p:spPr>
          <a:xfrm>
            <a:off x="822960" y="569214"/>
            <a:ext cx="7543800" cy="26746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6000"/>
              <a:buFont typeface="Calibri"/>
              <a:buNone/>
              <a:defRPr sz="6000">
                <a:solidFill>
                  <a:srgbClr val="26262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2"/>
          <p:cNvSpPr txBox="1"/>
          <p:nvPr>
            <p:ph idx="1" type="subTitle"/>
          </p:nvPr>
        </p:nvSpPr>
        <p:spPr>
          <a:xfrm>
            <a:off x="825038" y="3341715"/>
            <a:ext cx="75438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1800"/>
              <a:buNone/>
              <a:defRPr sz="1800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lnSpc>
                <a:spcPct val="90000"/>
              </a:lnSpc>
              <a:spcBef>
                <a:spcPts val="15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500"/>
              <a:buNone/>
              <a:defRPr sz="1500"/>
            </a:lvl4pPr>
            <a:lvl5pPr lvl="4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500"/>
              <a:buNone/>
              <a:defRPr sz="1500"/>
            </a:lvl5pPr>
            <a:lvl6pPr lvl="5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500"/>
              <a:buNone/>
              <a:defRPr sz="1500"/>
            </a:lvl6pPr>
            <a:lvl7pPr lvl="6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500"/>
              <a:buNone/>
              <a:defRPr sz="1500"/>
            </a:lvl7pPr>
            <a:lvl8pPr lvl="7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500"/>
              <a:buNone/>
              <a:defRPr sz="1500"/>
            </a:lvl8pPr>
            <a:lvl9pPr lvl="8" algn="ctr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1500"/>
              <a:buNone/>
              <a:defRPr sz="1500"/>
            </a:lvl9pPr>
          </a:lstStyle>
          <a:p/>
        </p:txBody>
      </p:sp>
      <p:sp>
        <p:nvSpPr>
          <p:cNvPr id="27" name="Google Shape;27;p22"/>
          <p:cNvSpPr txBox="1"/>
          <p:nvPr>
            <p:ph idx="10" type="dt"/>
          </p:nvPr>
        </p:nvSpPr>
        <p:spPr>
          <a:xfrm>
            <a:off x="822961" y="4844839"/>
            <a:ext cx="185420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22"/>
          <p:cNvSpPr txBox="1"/>
          <p:nvPr>
            <p:ph idx="11" type="ftr"/>
          </p:nvPr>
        </p:nvSpPr>
        <p:spPr>
          <a:xfrm>
            <a:off x="2764639" y="4844839"/>
            <a:ext cx="361710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2"/>
          <p:cNvSpPr txBox="1"/>
          <p:nvPr>
            <p:ph idx="12" type="sldNum"/>
          </p:nvPr>
        </p:nvSpPr>
        <p:spPr>
          <a:xfrm>
            <a:off x="7425344" y="4844839"/>
            <a:ext cx="98401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30" name="Google Shape;30;p22"/>
          <p:cNvCxnSpPr/>
          <p:nvPr/>
        </p:nvCxnSpPr>
        <p:spPr>
          <a:xfrm>
            <a:off x="905744" y="3257550"/>
            <a:ext cx="7406640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объект" type="obj">
  <p:cSld name="OBJEC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3"/>
          <p:cNvSpPr txBox="1"/>
          <p:nvPr>
            <p:ph type="title"/>
          </p:nvPr>
        </p:nvSpPr>
        <p:spPr>
          <a:xfrm>
            <a:off x="822960" y="214953"/>
            <a:ext cx="7543800" cy="108806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23"/>
          <p:cNvSpPr txBox="1"/>
          <p:nvPr>
            <p:ph idx="1" type="body"/>
          </p:nvPr>
        </p:nvSpPr>
        <p:spPr>
          <a:xfrm>
            <a:off x="822960" y="1384301"/>
            <a:ext cx="7543800" cy="3017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15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34" name="Google Shape;34;p23"/>
          <p:cNvSpPr txBox="1"/>
          <p:nvPr>
            <p:ph idx="10" type="dt"/>
          </p:nvPr>
        </p:nvSpPr>
        <p:spPr>
          <a:xfrm>
            <a:off x="822961" y="4844839"/>
            <a:ext cx="185420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3"/>
          <p:cNvSpPr txBox="1"/>
          <p:nvPr>
            <p:ph idx="11" type="ftr"/>
          </p:nvPr>
        </p:nvSpPr>
        <p:spPr>
          <a:xfrm>
            <a:off x="2764639" y="4844839"/>
            <a:ext cx="361710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23"/>
          <p:cNvSpPr txBox="1"/>
          <p:nvPr>
            <p:ph idx="12" type="sldNum"/>
          </p:nvPr>
        </p:nvSpPr>
        <p:spPr>
          <a:xfrm>
            <a:off x="7425344" y="4844839"/>
            <a:ext cx="98401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раздела" showMasterSp="0" type="secHead">
  <p:cSld name="SECTION_HEADER">
    <p:bg>
      <p:bgPr>
        <a:solidFill>
          <a:schemeClr val="lt1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4"/>
          <p:cNvSpPr/>
          <p:nvPr/>
        </p:nvSpPr>
        <p:spPr>
          <a:xfrm>
            <a:off x="2382" y="4800600"/>
            <a:ext cx="9141619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24"/>
          <p:cNvSpPr/>
          <p:nvPr/>
        </p:nvSpPr>
        <p:spPr>
          <a:xfrm>
            <a:off x="12" y="4750737"/>
            <a:ext cx="9141619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24"/>
          <p:cNvSpPr txBox="1"/>
          <p:nvPr>
            <p:ph type="title"/>
          </p:nvPr>
        </p:nvSpPr>
        <p:spPr>
          <a:xfrm>
            <a:off x="822960" y="569214"/>
            <a:ext cx="7543800" cy="26746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6000"/>
              <a:buFont typeface="Calibri"/>
              <a:buNone/>
              <a:defRPr b="0" sz="6000">
                <a:solidFill>
                  <a:srgbClr val="26262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24"/>
          <p:cNvSpPr txBox="1"/>
          <p:nvPr>
            <p:ph idx="1" type="body"/>
          </p:nvPr>
        </p:nvSpPr>
        <p:spPr>
          <a:xfrm>
            <a:off x="822960" y="3339846"/>
            <a:ext cx="75438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1800"/>
              <a:buNone/>
              <a:defRPr sz="1800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150"/>
              </a:spcBef>
              <a:spcAft>
                <a:spcPts val="0"/>
              </a:spcAft>
              <a:buSzPts val="1350"/>
              <a:buNone/>
              <a:defRPr sz="135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200"/>
              <a:buNone/>
              <a:defRPr sz="12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050"/>
              <a:buNone/>
              <a:defRPr sz="105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050"/>
              <a:buNone/>
              <a:defRPr sz="105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050"/>
              <a:buNone/>
              <a:defRPr sz="105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050"/>
              <a:buNone/>
              <a:defRPr sz="105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050"/>
              <a:buNone/>
              <a:defRPr sz="105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1050"/>
              <a:buNone/>
              <a:defRPr sz="105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2" name="Google Shape;42;p24"/>
          <p:cNvSpPr txBox="1"/>
          <p:nvPr>
            <p:ph idx="10" type="dt"/>
          </p:nvPr>
        </p:nvSpPr>
        <p:spPr>
          <a:xfrm>
            <a:off x="822961" y="4844839"/>
            <a:ext cx="185420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4"/>
          <p:cNvSpPr txBox="1"/>
          <p:nvPr>
            <p:ph idx="11" type="ftr"/>
          </p:nvPr>
        </p:nvSpPr>
        <p:spPr>
          <a:xfrm>
            <a:off x="2764639" y="4844839"/>
            <a:ext cx="361710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4"/>
          <p:cNvSpPr txBox="1"/>
          <p:nvPr>
            <p:ph idx="12" type="sldNum"/>
          </p:nvPr>
        </p:nvSpPr>
        <p:spPr>
          <a:xfrm>
            <a:off x="7425344" y="4844839"/>
            <a:ext cx="98401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45" name="Google Shape;45;p24"/>
          <p:cNvCxnSpPr/>
          <p:nvPr/>
        </p:nvCxnSpPr>
        <p:spPr>
          <a:xfrm>
            <a:off x="905744" y="3257550"/>
            <a:ext cx="7406640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Два объекта" type="twoObj">
  <p:cSld name="TWO_OBJECTS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5"/>
          <p:cNvSpPr txBox="1"/>
          <p:nvPr>
            <p:ph type="title"/>
          </p:nvPr>
        </p:nvSpPr>
        <p:spPr>
          <a:xfrm>
            <a:off x="822960" y="214953"/>
            <a:ext cx="7543800" cy="108806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5"/>
          <p:cNvSpPr txBox="1"/>
          <p:nvPr>
            <p:ph idx="1" type="body"/>
          </p:nvPr>
        </p:nvSpPr>
        <p:spPr>
          <a:xfrm>
            <a:off x="822959" y="1384301"/>
            <a:ext cx="3703320" cy="3017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15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49" name="Google Shape;49;p25"/>
          <p:cNvSpPr txBox="1"/>
          <p:nvPr>
            <p:ph idx="2" type="body"/>
          </p:nvPr>
        </p:nvSpPr>
        <p:spPr>
          <a:xfrm>
            <a:off x="4663440" y="1384301"/>
            <a:ext cx="3703320" cy="3017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15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50" name="Google Shape;50;p25"/>
          <p:cNvSpPr txBox="1"/>
          <p:nvPr>
            <p:ph idx="10" type="dt"/>
          </p:nvPr>
        </p:nvSpPr>
        <p:spPr>
          <a:xfrm>
            <a:off x="822961" y="4844839"/>
            <a:ext cx="185420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5"/>
          <p:cNvSpPr txBox="1"/>
          <p:nvPr>
            <p:ph idx="11" type="ftr"/>
          </p:nvPr>
        </p:nvSpPr>
        <p:spPr>
          <a:xfrm>
            <a:off x="2764639" y="4844839"/>
            <a:ext cx="361710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5"/>
          <p:cNvSpPr txBox="1"/>
          <p:nvPr>
            <p:ph idx="12" type="sldNum"/>
          </p:nvPr>
        </p:nvSpPr>
        <p:spPr>
          <a:xfrm>
            <a:off x="7425344" y="4844839"/>
            <a:ext cx="98401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равнение" type="twoTxTwoObj">
  <p:cSld name="TWO_OBJECTS_WITH_TEXT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6"/>
          <p:cNvSpPr txBox="1"/>
          <p:nvPr>
            <p:ph type="title"/>
          </p:nvPr>
        </p:nvSpPr>
        <p:spPr>
          <a:xfrm>
            <a:off x="822960" y="214953"/>
            <a:ext cx="7543800" cy="108806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26"/>
          <p:cNvSpPr txBox="1"/>
          <p:nvPr>
            <p:ph idx="1" type="body"/>
          </p:nvPr>
        </p:nvSpPr>
        <p:spPr>
          <a:xfrm>
            <a:off x="822960" y="1384539"/>
            <a:ext cx="3703320" cy="5522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1500"/>
              <a:buNone/>
              <a:defRPr b="0" sz="1500" cap="none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50"/>
              </a:spcBef>
              <a:spcAft>
                <a:spcPts val="0"/>
              </a:spcAft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1200"/>
              <a:buNone/>
              <a:defRPr b="1" sz="1200"/>
            </a:lvl9pPr>
          </a:lstStyle>
          <a:p/>
        </p:txBody>
      </p:sp>
      <p:sp>
        <p:nvSpPr>
          <p:cNvPr id="56" name="Google Shape;56;p26"/>
          <p:cNvSpPr txBox="1"/>
          <p:nvPr>
            <p:ph idx="2" type="body"/>
          </p:nvPr>
        </p:nvSpPr>
        <p:spPr>
          <a:xfrm>
            <a:off x="822960" y="1936751"/>
            <a:ext cx="3703320" cy="2533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15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57" name="Google Shape;57;p26"/>
          <p:cNvSpPr txBox="1"/>
          <p:nvPr>
            <p:ph idx="3" type="body"/>
          </p:nvPr>
        </p:nvSpPr>
        <p:spPr>
          <a:xfrm>
            <a:off x="4663440" y="1384539"/>
            <a:ext cx="3703320" cy="5522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1500"/>
              <a:buNone/>
              <a:defRPr b="0" sz="1500" cap="none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50"/>
              </a:spcBef>
              <a:spcAft>
                <a:spcPts val="0"/>
              </a:spcAft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1200"/>
              <a:buNone/>
              <a:defRPr b="1" sz="1200"/>
            </a:lvl9pPr>
          </a:lstStyle>
          <a:p/>
        </p:txBody>
      </p:sp>
      <p:sp>
        <p:nvSpPr>
          <p:cNvPr id="58" name="Google Shape;58;p26"/>
          <p:cNvSpPr txBox="1"/>
          <p:nvPr>
            <p:ph idx="4" type="body"/>
          </p:nvPr>
        </p:nvSpPr>
        <p:spPr>
          <a:xfrm>
            <a:off x="4663440" y="1936751"/>
            <a:ext cx="3703320" cy="2533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15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59" name="Google Shape;59;p26"/>
          <p:cNvSpPr txBox="1"/>
          <p:nvPr>
            <p:ph idx="10" type="dt"/>
          </p:nvPr>
        </p:nvSpPr>
        <p:spPr>
          <a:xfrm>
            <a:off x="822961" y="4844839"/>
            <a:ext cx="185420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6"/>
          <p:cNvSpPr txBox="1"/>
          <p:nvPr>
            <p:ph idx="11" type="ftr"/>
          </p:nvPr>
        </p:nvSpPr>
        <p:spPr>
          <a:xfrm>
            <a:off x="2764639" y="4844839"/>
            <a:ext cx="361710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26"/>
          <p:cNvSpPr txBox="1"/>
          <p:nvPr>
            <p:ph idx="12" type="sldNum"/>
          </p:nvPr>
        </p:nvSpPr>
        <p:spPr>
          <a:xfrm>
            <a:off x="7425344" y="4844839"/>
            <a:ext cx="98401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олько заголовок" type="titleOnly">
  <p:cSld name="TITLE_ONLY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27"/>
          <p:cNvSpPr txBox="1"/>
          <p:nvPr>
            <p:ph type="title"/>
          </p:nvPr>
        </p:nvSpPr>
        <p:spPr>
          <a:xfrm>
            <a:off x="822960" y="214953"/>
            <a:ext cx="7543800" cy="108806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7"/>
          <p:cNvSpPr txBox="1"/>
          <p:nvPr>
            <p:ph idx="10" type="dt"/>
          </p:nvPr>
        </p:nvSpPr>
        <p:spPr>
          <a:xfrm>
            <a:off x="822961" y="4844839"/>
            <a:ext cx="185420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27"/>
          <p:cNvSpPr txBox="1"/>
          <p:nvPr>
            <p:ph idx="11" type="ftr"/>
          </p:nvPr>
        </p:nvSpPr>
        <p:spPr>
          <a:xfrm>
            <a:off x="2764639" y="4844839"/>
            <a:ext cx="361710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7"/>
          <p:cNvSpPr txBox="1"/>
          <p:nvPr>
            <p:ph idx="12" type="sldNum"/>
          </p:nvPr>
        </p:nvSpPr>
        <p:spPr>
          <a:xfrm>
            <a:off x="7425344" y="4844839"/>
            <a:ext cx="98401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устой слайд" showMasterSp="0" type="blank">
  <p:cSld name="BLANK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28"/>
          <p:cNvSpPr/>
          <p:nvPr/>
        </p:nvSpPr>
        <p:spPr>
          <a:xfrm>
            <a:off x="2382" y="4800600"/>
            <a:ext cx="9141619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28"/>
          <p:cNvSpPr/>
          <p:nvPr/>
        </p:nvSpPr>
        <p:spPr>
          <a:xfrm>
            <a:off x="12" y="4750737"/>
            <a:ext cx="9141619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28"/>
          <p:cNvSpPr txBox="1"/>
          <p:nvPr>
            <p:ph idx="10" type="dt"/>
          </p:nvPr>
        </p:nvSpPr>
        <p:spPr>
          <a:xfrm>
            <a:off x="822961" y="4844839"/>
            <a:ext cx="185420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8"/>
          <p:cNvSpPr txBox="1"/>
          <p:nvPr>
            <p:ph idx="11" type="ftr"/>
          </p:nvPr>
        </p:nvSpPr>
        <p:spPr>
          <a:xfrm>
            <a:off x="2764639" y="4844839"/>
            <a:ext cx="361710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FFFFF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8"/>
          <p:cNvSpPr txBox="1"/>
          <p:nvPr>
            <p:ph idx="12" type="sldNum"/>
          </p:nvPr>
        </p:nvSpPr>
        <p:spPr>
          <a:xfrm>
            <a:off x="7425344" y="4844839"/>
            <a:ext cx="98401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Объект с подписью" showMasterSp="0" type="objTx">
  <p:cSld name="OBJECT_WITH_CAPTION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29"/>
          <p:cNvSpPr/>
          <p:nvPr/>
        </p:nvSpPr>
        <p:spPr>
          <a:xfrm>
            <a:off x="13" y="0"/>
            <a:ext cx="3038093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29"/>
          <p:cNvSpPr/>
          <p:nvPr/>
        </p:nvSpPr>
        <p:spPr>
          <a:xfrm>
            <a:off x="3030053" y="0"/>
            <a:ext cx="48006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29"/>
          <p:cNvSpPr txBox="1"/>
          <p:nvPr>
            <p:ph type="title"/>
          </p:nvPr>
        </p:nvSpPr>
        <p:spPr>
          <a:xfrm>
            <a:off x="342900" y="445769"/>
            <a:ext cx="240030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Calibri"/>
              <a:buNone/>
              <a:defRPr b="0" sz="270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9"/>
          <p:cNvSpPr txBox="1"/>
          <p:nvPr>
            <p:ph idx="1" type="body"/>
          </p:nvPr>
        </p:nvSpPr>
        <p:spPr>
          <a:xfrm>
            <a:off x="3600450" y="548640"/>
            <a:ext cx="4869180" cy="3943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15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78" name="Google Shape;78;p29"/>
          <p:cNvSpPr txBox="1"/>
          <p:nvPr>
            <p:ph idx="2" type="body"/>
          </p:nvPr>
        </p:nvSpPr>
        <p:spPr>
          <a:xfrm>
            <a:off x="342900" y="2194560"/>
            <a:ext cx="2400300" cy="25343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1125"/>
              <a:buNone/>
              <a:defRPr sz="1125">
                <a:solidFill>
                  <a:srgbClr val="FFFFFF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50"/>
              </a:spcBef>
              <a:spcAft>
                <a:spcPts val="0"/>
              </a:spcAft>
              <a:buSzPts val="900"/>
              <a:buNone/>
              <a:defRPr sz="900"/>
            </a:lvl2pPr>
            <a:lvl3pPr indent="-228600" lvl="2" marL="1371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750"/>
              <a:buNone/>
              <a:defRPr sz="750"/>
            </a:lvl3pPr>
            <a:lvl4pPr indent="-228600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675"/>
              <a:buNone/>
              <a:defRPr sz="675"/>
            </a:lvl4pPr>
            <a:lvl5pPr indent="-228600" lvl="4" marL="22860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675"/>
              <a:buNone/>
              <a:defRPr sz="675"/>
            </a:lvl5pPr>
            <a:lvl6pPr indent="-228600" lvl="5" marL="2743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675"/>
              <a:buNone/>
              <a:defRPr sz="675"/>
            </a:lvl6pPr>
            <a:lvl7pPr indent="-228600" lvl="6" marL="3200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675"/>
              <a:buNone/>
              <a:defRPr sz="675"/>
            </a:lvl7pPr>
            <a:lvl8pPr indent="-228600" lvl="7" marL="3657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675"/>
              <a:buNone/>
              <a:defRPr sz="675"/>
            </a:lvl8pPr>
            <a:lvl9pPr indent="-228600" lvl="8" marL="41148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675"/>
              <a:buNone/>
              <a:defRPr sz="675"/>
            </a:lvl9pPr>
          </a:lstStyle>
          <a:p/>
        </p:txBody>
      </p:sp>
      <p:sp>
        <p:nvSpPr>
          <p:cNvPr id="79" name="Google Shape;79;p29"/>
          <p:cNvSpPr txBox="1"/>
          <p:nvPr>
            <p:ph idx="10" type="dt"/>
          </p:nvPr>
        </p:nvSpPr>
        <p:spPr>
          <a:xfrm>
            <a:off x="349134" y="4844839"/>
            <a:ext cx="196388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9"/>
          <p:cNvSpPr txBox="1"/>
          <p:nvPr>
            <p:ph idx="11" type="ftr"/>
          </p:nvPr>
        </p:nvSpPr>
        <p:spPr>
          <a:xfrm>
            <a:off x="3600450" y="4844839"/>
            <a:ext cx="348615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29"/>
          <p:cNvSpPr txBox="1"/>
          <p:nvPr>
            <p:ph idx="12" type="sldNum"/>
          </p:nvPr>
        </p:nvSpPr>
        <p:spPr>
          <a:xfrm>
            <a:off x="7425344" y="4844839"/>
            <a:ext cx="98401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Рисунок с подписью" showMasterSp="0" type="picTx">
  <p:cSld name="PICTURE_WITH_CAPTION_TEXT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30"/>
          <p:cNvSpPr/>
          <p:nvPr/>
        </p:nvSpPr>
        <p:spPr>
          <a:xfrm>
            <a:off x="0" y="3714750"/>
            <a:ext cx="9141619" cy="14287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30"/>
          <p:cNvSpPr/>
          <p:nvPr/>
        </p:nvSpPr>
        <p:spPr>
          <a:xfrm>
            <a:off x="12" y="3686307"/>
            <a:ext cx="9141619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30"/>
          <p:cNvSpPr txBox="1"/>
          <p:nvPr>
            <p:ph type="title"/>
          </p:nvPr>
        </p:nvSpPr>
        <p:spPr>
          <a:xfrm>
            <a:off x="822960" y="3806190"/>
            <a:ext cx="7584948" cy="61722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Calibri"/>
              <a:buNone/>
              <a:defRPr b="0" sz="270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86" name="Google Shape;86;p30"/>
          <p:cNvPicPr preferRelativeResize="0"/>
          <p:nvPr>
            <p:ph idx="2" type="pic"/>
          </p:nvPr>
        </p:nvPicPr>
        <p:blipFill/>
        <p:spPr>
          <a:xfrm>
            <a:off x="12" y="0"/>
            <a:ext cx="9143989" cy="3686307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pic>
      <p:sp>
        <p:nvSpPr>
          <p:cNvPr id="87" name="Google Shape;87;p30"/>
          <p:cNvSpPr txBox="1"/>
          <p:nvPr>
            <p:ph idx="1" type="body"/>
          </p:nvPr>
        </p:nvSpPr>
        <p:spPr>
          <a:xfrm>
            <a:off x="822960" y="4430267"/>
            <a:ext cx="7584948" cy="4457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25"/>
              <a:buNone/>
              <a:defRPr sz="1125">
                <a:solidFill>
                  <a:srgbClr val="FFFFFF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50"/>
              </a:spcBef>
              <a:spcAft>
                <a:spcPts val="0"/>
              </a:spcAft>
              <a:buSzPts val="900"/>
              <a:buNone/>
              <a:defRPr sz="900"/>
            </a:lvl2pPr>
            <a:lvl3pPr indent="-228600" lvl="2" marL="1371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750"/>
              <a:buNone/>
              <a:defRPr sz="750"/>
            </a:lvl3pPr>
            <a:lvl4pPr indent="-228600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675"/>
              <a:buNone/>
              <a:defRPr sz="675"/>
            </a:lvl4pPr>
            <a:lvl5pPr indent="-228600" lvl="4" marL="22860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675"/>
              <a:buNone/>
              <a:defRPr sz="675"/>
            </a:lvl5pPr>
            <a:lvl6pPr indent="-228600" lvl="5" marL="2743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675"/>
              <a:buNone/>
              <a:defRPr sz="675"/>
            </a:lvl6pPr>
            <a:lvl7pPr indent="-228600" lvl="6" marL="3200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675"/>
              <a:buNone/>
              <a:defRPr sz="675"/>
            </a:lvl7pPr>
            <a:lvl8pPr indent="-228600" lvl="7" marL="3657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675"/>
              <a:buNone/>
              <a:defRPr sz="675"/>
            </a:lvl8pPr>
            <a:lvl9pPr indent="-228600" lvl="8" marL="41148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675"/>
              <a:buNone/>
              <a:defRPr sz="675"/>
            </a:lvl9pPr>
          </a:lstStyle>
          <a:p/>
        </p:txBody>
      </p:sp>
      <p:sp>
        <p:nvSpPr>
          <p:cNvPr id="88" name="Google Shape;88;p30"/>
          <p:cNvSpPr txBox="1"/>
          <p:nvPr>
            <p:ph idx="10" type="dt"/>
          </p:nvPr>
        </p:nvSpPr>
        <p:spPr>
          <a:xfrm>
            <a:off x="822961" y="4844839"/>
            <a:ext cx="185420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30"/>
          <p:cNvSpPr txBox="1"/>
          <p:nvPr>
            <p:ph idx="11" type="ftr"/>
          </p:nvPr>
        </p:nvSpPr>
        <p:spPr>
          <a:xfrm>
            <a:off x="2764639" y="4844839"/>
            <a:ext cx="361710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30"/>
          <p:cNvSpPr txBox="1"/>
          <p:nvPr>
            <p:ph idx="12" type="sldNum"/>
          </p:nvPr>
        </p:nvSpPr>
        <p:spPr>
          <a:xfrm>
            <a:off x="7425344" y="4844839"/>
            <a:ext cx="98401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вертикальный текст" type="vertTx">
  <p:cSld name="VERTICAL_TEXT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31"/>
          <p:cNvSpPr txBox="1"/>
          <p:nvPr>
            <p:ph type="title"/>
          </p:nvPr>
        </p:nvSpPr>
        <p:spPr>
          <a:xfrm>
            <a:off x="822960" y="214953"/>
            <a:ext cx="7543800" cy="108806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31"/>
          <p:cNvSpPr txBox="1"/>
          <p:nvPr>
            <p:ph idx="1" type="body"/>
          </p:nvPr>
        </p:nvSpPr>
        <p:spPr>
          <a:xfrm rot="5400000">
            <a:off x="3086100" y="-878839"/>
            <a:ext cx="3017520" cy="754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00" spcFirstLastPara="1" rIns="4570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15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94" name="Google Shape;94;p31"/>
          <p:cNvSpPr txBox="1"/>
          <p:nvPr>
            <p:ph idx="10" type="dt"/>
          </p:nvPr>
        </p:nvSpPr>
        <p:spPr>
          <a:xfrm>
            <a:off x="822961" y="4844839"/>
            <a:ext cx="185420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31"/>
          <p:cNvSpPr txBox="1"/>
          <p:nvPr>
            <p:ph idx="11" type="ftr"/>
          </p:nvPr>
        </p:nvSpPr>
        <p:spPr>
          <a:xfrm>
            <a:off x="2764639" y="4844839"/>
            <a:ext cx="361710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31"/>
          <p:cNvSpPr txBox="1"/>
          <p:nvPr>
            <p:ph idx="12" type="sldNum"/>
          </p:nvPr>
        </p:nvSpPr>
        <p:spPr>
          <a:xfrm>
            <a:off x="7425344" y="4844839"/>
            <a:ext cx="98401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Вертикальный заголовок и текст" showMasterSp="0" type="vertTitleAndTx">
  <p:cSld name="VERTICAL_TITLE_AND_VERTICAL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2"/>
          <p:cNvSpPr/>
          <p:nvPr/>
        </p:nvSpPr>
        <p:spPr>
          <a:xfrm>
            <a:off x="2382" y="4800600"/>
            <a:ext cx="9141619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32"/>
          <p:cNvSpPr/>
          <p:nvPr/>
        </p:nvSpPr>
        <p:spPr>
          <a:xfrm>
            <a:off x="12" y="4750737"/>
            <a:ext cx="9141619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32"/>
          <p:cNvSpPr txBox="1"/>
          <p:nvPr>
            <p:ph type="title"/>
          </p:nvPr>
        </p:nvSpPr>
        <p:spPr>
          <a:xfrm rot="5400000">
            <a:off x="5370480" y="1484280"/>
            <a:ext cx="4318066" cy="19716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32"/>
          <p:cNvSpPr txBox="1"/>
          <p:nvPr>
            <p:ph idx="1" type="body"/>
          </p:nvPr>
        </p:nvSpPr>
        <p:spPr>
          <a:xfrm rot="5400000">
            <a:off x="1369979" y="-430246"/>
            <a:ext cx="4318067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00" spcFirstLastPara="1" rIns="4570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15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102" name="Google Shape;102;p32"/>
          <p:cNvSpPr txBox="1"/>
          <p:nvPr>
            <p:ph idx="10" type="dt"/>
          </p:nvPr>
        </p:nvSpPr>
        <p:spPr>
          <a:xfrm>
            <a:off x="822961" y="4844839"/>
            <a:ext cx="185420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32"/>
          <p:cNvSpPr txBox="1"/>
          <p:nvPr>
            <p:ph idx="11" type="ftr"/>
          </p:nvPr>
        </p:nvSpPr>
        <p:spPr>
          <a:xfrm>
            <a:off x="2764639" y="4844839"/>
            <a:ext cx="361710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32"/>
          <p:cNvSpPr txBox="1"/>
          <p:nvPr>
            <p:ph idx="12" type="sldNum"/>
          </p:nvPr>
        </p:nvSpPr>
        <p:spPr>
          <a:xfrm>
            <a:off x="7425344" y="4844839"/>
            <a:ext cx="98401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устой слайд" showMasterSp="0" type="blank">
  <p:cSld name="BLANK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4"/>
          <p:cNvSpPr/>
          <p:nvPr/>
        </p:nvSpPr>
        <p:spPr>
          <a:xfrm>
            <a:off x="2382" y="4800600"/>
            <a:ext cx="9141619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14"/>
          <p:cNvSpPr/>
          <p:nvPr/>
        </p:nvSpPr>
        <p:spPr>
          <a:xfrm>
            <a:off x="12" y="4750737"/>
            <a:ext cx="9141619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14"/>
          <p:cNvSpPr txBox="1"/>
          <p:nvPr>
            <p:ph idx="10" type="dt"/>
          </p:nvPr>
        </p:nvSpPr>
        <p:spPr>
          <a:xfrm>
            <a:off x="822961" y="4844839"/>
            <a:ext cx="185420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14"/>
          <p:cNvSpPr txBox="1"/>
          <p:nvPr>
            <p:ph idx="11" type="ftr"/>
          </p:nvPr>
        </p:nvSpPr>
        <p:spPr>
          <a:xfrm>
            <a:off x="2764639" y="4844839"/>
            <a:ext cx="361710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FFFFF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p14"/>
          <p:cNvSpPr txBox="1"/>
          <p:nvPr>
            <p:ph idx="12" type="sldNum"/>
          </p:nvPr>
        </p:nvSpPr>
        <p:spPr>
          <a:xfrm>
            <a:off x="7425344" y="4844839"/>
            <a:ext cx="98401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ый слайд" showMasterSp="0" type="title">
  <p:cSld name="TITLE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33"/>
          <p:cNvSpPr/>
          <p:nvPr/>
        </p:nvSpPr>
        <p:spPr>
          <a:xfrm>
            <a:off x="2382" y="4800600"/>
            <a:ext cx="9141619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33"/>
          <p:cNvSpPr/>
          <p:nvPr/>
        </p:nvSpPr>
        <p:spPr>
          <a:xfrm>
            <a:off x="12" y="4750737"/>
            <a:ext cx="9141619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33"/>
          <p:cNvSpPr txBox="1"/>
          <p:nvPr>
            <p:ph type="ctrTitle"/>
          </p:nvPr>
        </p:nvSpPr>
        <p:spPr>
          <a:xfrm>
            <a:off x="822960" y="569214"/>
            <a:ext cx="7543800" cy="26746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6000"/>
              <a:buFont typeface="Calibri"/>
              <a:buNone/>
              <a:defRPr sz="6000">
                <a:solidFill>
                  <a:srgbClr val="26262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4" name="Google Shape;124;p33"/>
          <p:cNvSpPr txBox="1"/>
          <p:nvPr>
            <p:ph idx="1" type="subTitle"/>
          </p:nvPr>
        </p:nvSpPr>
        <p:spPr>
          <a:xfrm>
            <a:off x="825038" y="3341715"/>
            <a:ext cx="75438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1800"/>
              <a:buNone/>
              <a:defRPr sz="1800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lnSpc>
                <a:spcPct val="90000"/>
              </a:lnSpc>
              <a:spcBef>
                <a:spcPts val="15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500"/>
              <a:buNone/>
              <a:defRPr sz="1500"/>
            </a:lvl4pPr>
            <a:lvl5pPr lvl="4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500"/>
              <a:buNone/>
              <a:defRPr sz="1500"/>
            </a:lvl5pPr>
            <a:lvl6pPr lvl="5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500"/>
              <a:buNone/>
              <a:defRPr sz="1500"/>
            </a:lvl6pPr>
            <a:lvl7pPr lvl="6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500"/>
              <a:buNone/>
              <a:defRPr sz="1500"/>
            </a:lvl7pPr>
            <a:lvl8pPr lvl="7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500"/>
              <a:buNone/>
              <a:defRPr sz="1500"/>
            </a:lvl8pPr>
            <a:lvl9pPr lvl="8" algn="ctr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1500"/>
              <a:buNone/>
              <a:defRPr sz="1500"/>
            </a:lvl9pPr>
          </a:lstStyle>
          <a:p/>
        </p:txBody>
      </p:sp>
      <p:sp>
        <p:nvSpPr>
          <p:cNvPr id="125" name="Google Shape;125;p33"/>
          <p:cNvSpPr txBox="1"/>
          <p:nvPr>
            <p:ph idx="10" type="dt"/>
          </p:nvPr>
        </p:nvSpPr>
        <p:spPr>
          <a:xfrm>
            <a:off x="822961" y="4844839"/>
            <a:ext cx="185420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p33"/>
          <p:cNvSpPr txBox="1"/>
          <p:nvPr>
            <p:ph idx="11" type="ftr"/>
          </p:nvPr>
        </p:nvSpPr>
        <p:spPr>
          <a:xfrm>
            <a:off x="2764639" y="4844839"/>
            <a:ext cx="361710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p33"/>
          <p:cNvSpPr txBox="1"/>
          <p:nvPr>
            <p:ph idx="12" type="sldNum"/>
          </p:nvPr>
        </p:nvSpPr>
        <p:spPr>
          <a:xfrm>
            <a:off x="7425344" y="4844839"/>
            <a:ext cx="98401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28" name="Google Shape;128;p33"/>
          <p:cNvCxnSpPr/>
          <p:nvPr/>
        </p:nvCxnSpPr>
        <p:spPr>
          <a:xfrm>
            <a:off x="905744" y="3257550"/>
            <a:ext cx="7406640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объект" type="obj">
  <p:cSld name="OBJECT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34"/>
          <p:cNvSpPr txBox="1"/>
          <p:nvPr>
            <p:ph type="title"/>
          </p:nvPr>
        </p:nvSpPr>
        <p:spPr>
          <a:xfrm>
            <a:off x="822960" y="214953"/>
            <a:ext cx="7543800" cy="108806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34"/>
          <p:cNvSpPr txBox="1"/>
          <p:nvPr>
            <p:ph idx="1" type="body"/>
          </p:nvPr>
        </p:nvSpPr>
        <p:spPr>
          <a:xfrm>
            <a:off x="822960" y="1384301"/>
            <a:ext cx="7543800" cy="3017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15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132" name="Google Shape;132;p34"/>
          <p:cNvSpPr txBox="1"/>
          <p:nvPr>
            <p:ph idx="10" type="dt"/>
          </p:nvPr>
        </p:nvSpPr>
        <p:spPr>
          <a:xfrm>
            <a:off x="822961" y="4844839"/>
            <a:ext cx="185420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3" name="Google Shape;133;p34"/>
          <p:cNvSpPr txBox="1"/>
          <p:nvPr>
            <p:ph idx="11" type="ftr"/>
          </p:nvPr>
        </p:nvSpPr>
        <p:spPr>
          <a:xfrm>
            <a:off x="2764639" y="4844839"/>
            <a:ext cx="361710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p34"/>
          <p:cNvSpPr txBox="1"/>
          <p:nvPr>
            <p:ph idx="12" type="sldNum"/>
          </p:nvPr>
        </p:nvSpPr>
        <p:spPr>
          <a:xfrm>
            <a:off x="7425344" y="4844839"/>
            <a:ext cx="98401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раздела" showMasterSp="0" type="secHead">
  <p:cSld name="SECTION_HEADER"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35"/>
          <p:cNvSpPr/>
          <p:nvPr/>
        </p:nvSpPr>
        <p:spPr>
          <a:xfrm>
            <a:off x="2382" y="4800600"/>
            <a:ext cx="9141619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35"/>
          <p:cNvSpPr/>
          <p:nvPr/>
        </p:nvSpPr>
        <p:spPr>
          <a:xfrm>
            <a:off x="12" y="4750737"/>
            <a:ext cx="9141619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35"/>
          <p:cNvSpPr txBox="1"/>
          <p:nvPr>
            <p:ph type="title"/>
          </p:nvPr>
        </p:nvSpPr>
        <p:spPr>
          <a:xfrm>
            <a:off x="822960" y="569214"/>
            <a:ext cx="7543800" cy="26746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6000"/>
              <a:buFont typeface="Calibri"/>
              <a:buNone/>
              <a:defRPr b="0" sz="6000">
                <a:solidFill>
                  <a:srgbClr val="26262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9" name="Google Shape;139;p35"/>
          <p:cNvSpPr txBox="1"/>
          <p:nvPr>
            <p:ph idx="1" type="body"/>
          </p:nvPr>
        </p:nvSpPr>
        <p:spPr>
          <a:xfrm>
            <a:off x="822960" y="3339846"/>
            <a:ext cx="75438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1800"/>
              <a:buNone/>
              <a:defRPr sz="1800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150"/>
              </a:spcBef>
              <a:spcAft>
                <a:spcPts val="0"/>
              </a:spcAft>
              <a:buSzPts val="1350"/>
              <a:buNone/>
              <a:defRPr sz="135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200"/>
              <a:buNone/>
              <a:defRPr sz="12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050"/>
              <a:buNone/>
              <a:defRPr sz="105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050"/>
              <a:buNone/>
              <a:defRPr sz="105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050"/>
              <a:buNone/>
              <a:defRPr sz="105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050"/>
              <a:buNone/>
              <a:defRPr sz="105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050"/>
              <a:buNone/>
              <a:defRPr sz="105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1050"/>
              <a:buNone/>
              <a:defRPr sz="105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40" name="Google Shape;140;p35"/>
          <p:cNvSpPr txBox="1"/>
          <p:nvPr>
            <p:ph idx="10" type="dt"/>
          </p:nvPr>
        </p:nvSpPr>
        <p:spPr>
          <a:xfrm>
            <a:off x="822961" y="4844839"/>
            <a:ext cx="185420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1" name="Google Shape;141;p35"/>
          <p:cNvSpPr txBox="1"/>
          <p:nvPr>
            <p:ph idx="11" type="ftr"/>
          </p:nvPr>
        </p:nvSpPr>
        <p:spPr>
          <a:xfrm>
            <a:off x="2764639" y="4844839"/>
            <a:ext cx="361710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35"/>
          <p:cNvSpPr txBox="1"/>
          <p:nvPr>
            <p:ph idx="12" type="sldNum"/>
          </p:nvPr>
        </p:nvSpPr>
        <p:spPr>
          <a:xfrm>
            <a:off x="7425344" y="4844839"/>
            <a:ext cx="98401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43" name="Google Shape;143;p35"/>
          <p:cNvCxnSpPr/>
          <p:nvPr/>
        </p:nvCxnSpPr>
        <p:spPr>
          <a:xfrm>
            <a:off x="905744" y="3257550"/>
            <a:ext cx="7406640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Два объекта" type="twoObj">
  <p:cSld name="TWO_OBJECTS"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36"/>
          <p:cNvSpPr txBox="1"/>
          <p:nvPr>
            <p:ph type="title"/>
          </p:nvPr>
        </p:nvSpPr>
        <p:spPr>
          <a:xfrm>
            <a:off x="822960" y="214953"/>
            <a:ext cx="7543800" cy="108806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6" name="Google Shape;146;p36"/>
          <p:cNvSpPr txBox="1"/>
          <p:nvPr>
            <p:ph idx="1" type="body"/>
          </p:nvPr>
        </p:nvSpPr>
        <p:spPr>
          <a:xfrm>
            <a:off x="822959" y="1384301"/>
            <a:ext cx="3703320" cy="3017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15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147" name="Google Shape;147;p36"/>
          <p:cNvSpPr txBox="1"/>
          <p:nvPr>
            <p:ph idx="2" type="body"/>
          </p:nvPr>
        </p:nvSpPr>
        <p:spPr>
          <a:xfrm>
            <a:off x="4663440" y="1384301"/>
            <a:ext cx="3703320" cy="3017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15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148" name="Google Shape;148;p36"/>
          <p:cNvSpPr txBox="1"/>
          <p:nvPr>
            <p:ph idx="10" type="dt"/>
          </p:nvPr>
        </p:nvSpPr>
        <p:spPr>
          <a:xfrm>
            <a:off x="822961" y="4844839"/>
            <a:ext cx="185420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9" name="Google Shape;149;p36"/>
          <p:cNvSpPr txBox="1"/>
          <p:nvPr>
            <p:ph idx="11" type="ftr"/>
          </p:nvPr>
        </p:nvSpPr>
        <p:spPr>
          <a:xfrm>
            <a:off x="2764639" y="4844839"/>
            <a:ext cx="361710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0" name="Google Shape;150;p36"/>
          <p:cNvSpPr txBox="1"/>
          <p:nvPr>
            <p:ph idx="12" type="sldNum"/>
          </p:nvPr>
        </p:nvSpPr>
        <p:spPr>
          <a:xfrm>
            <a:off x="7425344" y="4844839"/>
            <a:ext cx="98401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равнение" type="twoTxTwoObj">
  <p:cSld name="TWO_OBJECTS_WITH_TEXT"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37"/>
          <p:cNvSpPr txBox="1"/>
          <p:nvPr>
            <p:ph type="title"/>
          </p:nvPr>
        </p:nvSpPr>
        <p:spPr>
          <a:xfrm>
            <a:off x="822960" y="214953"/>
            <a:ext cx="7543800" cy="108806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37"/>
          <p:cNvSpPr txBox="1"/>
          <p:nvPr>
            <p:ph idx="1" type="body"/>
          </p:nvPr>
        </p:nvSpPr>
        <p:spPr>
          <a:xfrm>
            <a:off x="822960" y="1384539"/>
            <a:ext cx="3703320" cy="5522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1500"/>
              <a:buNone/>
              <a:defRPr b="0" sz="1500" cap="none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50"/>
              </a:spcBef>
              <a:spcAft>
                <a:spcPts val="0"/>
              </a:spcAft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1200"/>
              <a:buNone/>
              <a:defRPr b="1" sz="1200"/>
            </a:lvl9pPr>
          </a:lstStyle>
          <a:p/>
        </p:txBody>
      </p:sp>
      <p:sp>
        <p:nvSpPr>
          <p:cNvPr id="154" name="Google Shape;154;p37"/>
          <p:cNvSpPr txBox="1"/>
          <p:nvPr>
            <p:ph idx="2" type="body"/>
          </p:nvPr>
        </p:nvSpPr>
        <p:spPr>
          <a:xfrm>
            <a:off x="822960" y="1936751"/>
            <a:ext cx="3703320" cy="2533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15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155" name="Google Shape;155;p37"/>
          <p:cNvSpPr txBox="1"/>
          <p:nvPr>
            <p:ph idx="3" type="body"/>
          </p:nvPr>
        </p:nvSpPr>
        <p:spPr>
          <a:xfrm>
            <a:off x="4663440" y="1384539"/>
            <a:ext cx="3703320" cy="5522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1500"/>
              <a:buNone/>
              <a:defRPr b="0" sz="1500" cap="none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50"/>
              </a:spcBef>
              <a:spcAft>
                <a:spcPts val="0"/>
              </a:spcAft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1200"/>
              <a:buNone/>
              <a:defRPr b="1" sz="1200"/>
            </a:lvl9pPr>
          </a:lstStyle>
          <a:p/>
        </p:txBody>
      </p:sp>
      <p:sp>
        <p:nvSpPr>
          <p:cNvPr id="156" name="Google Shape;156;p37"/>
          <p:cNvSpPr txBox="1"/>
          <p:nvPr>
            <p:ph idx="4" type="body"/>
          </p:nvPr>
        </p:nvSpPr>
        <p:spPr>
          <a:xfrm>
            <a:off x="4663440" y="1936751"/>
            <a:ext cx="3703320" cy="2533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15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157" name="Google Shape;157;p37"/>
          <p:cNvSpPr txBox="1"/>
          <p:nvPr>
            <p:ph idx="10" type="dt"/>
          </p:nvPr>
        </p:nvSpPr>
        <p:spPr>
          <a:xfrm>
            <a:off x="822961" y="4844839"/>
            <a:ext cx="185420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8" name="Google Shape;158;p37"/>
          <p:cNvSpPr txBox="1"/>
          <p:nvPr>
            <p:ph idx="11" type="ftr"/>
          </p:nvPr>
        </p:nvSpPr>
        <p:spPr>
          <a:xfrm>
            <a:off x="2764639" y="4844839"/>
            <a:ext cx="361710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9" name="Google Shape;159;p37"/>
          <p:cNvSpPr txBox="1"/>
          <p:nvPr>
            <p:ph idx="12" type="sldNum"/>
          </p:nvPr>
        </p:nvSpPr>
        <p:spPr>
          <a:xfrm>
            <a:off x="7425344" y="4844839"/>
            <a:ext cx="98401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олько заголовок" type="titleOnly">
  <p:cSld name="TITLE_ONLY"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38"/>
          <p:cNvSpPr txBox="1"/>
          <p:nvPr>
            <p:ph type="title"/>
          </p:nvPr>
        </p:nvSpPr>
        <p:spPr>
          <a:xfrm>
            <a:off x="822960" y="214953"/>
            <a:ext cx="7543800" cy="108806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2" name="Google Shape;162;p38"/>
          <p:cNvSpPr txBox="1"/>
          <p:nvPr>
            <p:ph idx="10" type="dt"/>
          </p:nvPr>
        </p:nvSpPr>
        <p:spPr>
          <a:xfrm>
            <a:off x="822961" y="4844839"/>
            <a:ext cx="185420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3" name="Google Shape;163;p38"/>
          <p:cNvSpPr txBox="1"/>
          <p:nvPr>
            <p:ph idx="11" type="ftr"/>
          </p:nvPr>
        </p:nvSpPr>
        <p:spPr>
          <a:xfrm>
            <a:off x="2764639" y="4844839"/>
            <a:ext cx="361710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4" name="Google Shape;164;p38"/>
          <p:cNvSpPr txBox="1"/>
          <p:nvPr>
            <p:ph idx="12" type="sldNum"/>
          </p:nvPr>
        </p:nvSpPr>
        <p:spPr>
          <a:xfrm>
            <a:off x="7425344" y="4844839"/>
            <a:ext cx="98401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Объект с подписью" showMasterSp="0" type="objTx">
  <p:cSld name="OBJECT_WITH_CAPTION_TEXT"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39"/>
          <p:cNvSpPr/>
          <p:nvPr/>
        </p:nvSpPr>
        <p:spPr>
          <a:xfrm>
            <a:off x="13" y="0"/>
            <a:ext cx="3038093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39"/>
          <p:cNvSpPr/>
          <p:nvPr/>
        </p:nvSpPr>
        <p:spPr>
          <a:xfrm>
            <a:off x="3030053" y="0"/>
            <a:ext cx="48006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39"/>
          <p:cNvSpPr txBox="1"/>
          <p:nvPr>
            <p:ph type="title"/>
          </p:nvPr>
        </p:nvSpPr>
        <p:spPr>
          <a:xfrm>
            <a:off x="342900" y="445769"/>
            <a:ext cx="240030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Calibri"/>
              <a:buNone/>
              <a:defRPr b="0" sz="270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9" name="Google Shape;169;p39"/>
          <p:cNvSpPr txBox="1"/>
          <p:nvPr>
            <p:ph idx="1" type="body"/>
          </p:nvPr>
        </p:nvSpPr>
        <p:spPr>
          <a:xfrm>
            <a:off x="3600450" y="548640"/>
            <a:ext cx="4869180" cy="3943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15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170" name="Google Shape;170;p39"/>
          <p:cNvSpPr txBox="1"/>
          <p:nvPr>
            <p:ph idx="2" type="body"/>
          </p:nvPr>
        </p:nvSpPr>
        <p:spPr>
          <a:xfrm>
            <a:off x="342900" y="2194560"/>
            <a:ext cx="2400300" cy="25343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1125"/>
              <a:buNone/>
              <a:defRPr sz="1125">
                <a:solidFill>
                  <a:srgbClr val="FFFFFF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50"/>
              </a:spcBef>
              <a:spcAft>
                <a:spcPts val="0"/>
              </a:spcAft>
              <a:buSzPts val="900"/>
              <a:buNone/>
              <a:defRPr sz="900"/>
            </a:lvl2pPr>
            <a:lvl3pPr indent="-228600" lvl="2" marL="1371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750"/>
              <a:buNone/>
              <a:defRPr sz="750"/>
            </a:lvl3pPr>
            <a:lvl4pPr indent="-228600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675"/>
              <a:buNone/>
              <a:defRPr sz="675"/>
            </a:lvl4pPr>
            <a:lvl5pPr indent="-228600" lvl="4" marL="22860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675"/>
              <a:buNone/>
              <a:defRPr sz="675"/>
            </a:lvl5pPr>
            <a:lvl6pPr indent="-228600" lvl="5" marL="2743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675"/>
              <a:buNone/>
              <a:defRPr sz="675"/>
            </a:lvl6pPr>
            <a:lvl7pPr indent="-228600" lvl="6" marL="3200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675"/>
              <a:buNone/>
              <a:defRPr sz="675"/>
            </a:lvl7pPr>
            <a:lvl8pPr indent="-228600" lvl="7" marL="3657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675"/>
              <a:buNone/>
              <a:defRPr sz="675"/>
            </a:lvl8pPr>
            <a:lvl9pPr indent="-228600" lvl="8" marL="41148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675"/>
              <a:buNone/>
              <a:defRPr sz="675"/>
            </a:lvl9pPr>
          </a:lstStyle>
          <a:p/>
        </p:txBody>
      </p:sp>
      <p:sp>
        <p:nvSpPr>
          <p:cNvPr id="171" name="Google Shape;171;p39"/>
          <p:cNvSpPr txBox="1"/>
          <p:nvPr>
            <p:ph idx="10" type="dt"/>
          </p:nvPr>
        </p:nvSpPr>
        <p:spPr>
          <a:xfrm>
            <a:off x="349134" y="4844839"/>
            <a:ext cx="196388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2" name="Google Shape;172;p39"/>
          <p:cNvSpPr txBox="1"/>
          <p:nvPr>
            <p:ph idx="11" type="ftr"/>
          </p:nvPr>
        </p:nvSpPr>
        <p:spPr>
          <a:xfrm>
            <a:off x="3600450" y="4844839"/>
            <a:ext cx="348615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3" name="Google Shape;173;p39"/>
          <p:cNvSpPr txBox="1"/>
          <p:nvPr>
            <p:ph idx="12" type="sldNum"/>
          </p:nvPr>
        </p:nvSpPr>
        <p:spPr>
          <a:xfrm>
            <a:off x="7425344" y="4844839"/>
            <a:ext cx="98401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Рисунок с подписью" showMasterSp="0" type="picTx">
  <p:cSld name="PICTURE_WITH_CAPTION_TEXT"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40"/>
          <p:cNvSpPr/>
          <p:nvPr/>
        </p:nvSpPr>
        <p:spPr>
          <a:xfrm>
            <a:off x="0" y="3714750"/>
            <a:ext cx="9141619" cy="14287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40"/>
          <p:cNvSpPr/>
          <p:nvPr/>
        </p:nvSpPr>
        <p:spPr>
          <a:xfrm>
            <a:off x="12" y="3686307"/>
            <a:ext cx="9141619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40"/>
          <p:cNvSpPr txBox="1"/>
          <p:nvPr>
            <p:ph type="title"/>
          </p:nvPr>
        </p:nvSpPr>
        <p:spPr>
          <a:xfrm>
            <a:off x="822960" y="3806190"/>
            <a:ext cx="7584948" cy="61722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Calibri"/>
              <a:buNone/>
              <a:defRPr b="0" sz="270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78" name="Google Shape;178;p40"/>
          <p:cNvPicPr preferRelativeResize="0"/>
          <p:nvPr>
            <p:ph idx="2" type="pic"/>
          </p:nvPr>
        </p:nvPicPr>
        <p:blipFill/>
        <p:spPr>
          <a:xfrm>
            <a:off x="12" y="0"/>
            <a:ext cx="9143989" cy="3686307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pic>
      <p:sp>
        <p:nvSpPr>
          <p:cNvPr id="179" name="Google Shape;179;p40"/>
          <p:cNvSpPr txBox="1"/>
          <p:nvPr>
            <p:ph idx="1" type="body"/>
          </p:nvPr>
        </p:nvSpPr>
        <p:spPr>
          <a:xfrm>
            <a:off x="822960" y="4430267"/>
            <a:ext cx="7584948" cy="4457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25"/>
              <a:buNone/>
              <a:defRPr sz="1125">
                <a:solidFill>
                  <a:srgbClr val="FFFFFF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50"/>
              </a:spcBef>
              <a:spcAft>
                <a:spcPts val="0"/>
              </a:spcAft>
              <a:buSzPts val="900"/>
              <a:buNone/>
              <a:defRPr sz="900"/>
            </a:lvl2pPr>
            <a:lvl3pPr indent="-228600" lvl="2" marL="1371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750"/>
              <a:buNone/>
              <a:defRPr sz="750"/>
            </a:lvl3pPr>
            <a:lvl4pPr indent="-228600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675"/>
              <a:buNone/>
              <a:defRPr sz="675"/>
            </a:lvl4pPr>
            <a:lvl5pPr indent="-228600" lvl="4" marL="22860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675"/>
              <a:buNone/>
              <a:defRPr sz="675"/>
            </a:lvl5pPr>
            <a:lvl6pPr indent="-228600" lvl="5" marL="2743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675"/>
              <a:buNone/>
              <a:defRPr sz="675"/>
            </a:lvl6pPr>
            <a:lvl7pPr indent="-228600" lvl="6" marL="3200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675"/>
              <a:buNone/>
              <a:defRPr sz="675"/>
            </a:lvl7pPr>
            <a:lvl8pPr indent="-228600" lvl="7" marL="3657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675"/>
              <a:buNone/>
              <a:defRPr sz="675"/>
            </a:lvl8pPr>
            <a:lvl9pPr indent="-228600" lvl="8" marL="41148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675"/>
              <a:buNone/>
              <a:defRPr sz="675"/>
            </a:lvl9pPr>
          </a:lstStyle>
          <a:p/>
        </p:txBody>
      </p:sp>
      <p:sp>
        <p:nvSpPr>
          <p:cNvPr id="180" name="Google Shape;180;p40"/>
          <p:cNvSpPr txBox="1"/>
          <p:nvPr>
            <p:ph idx="10" type="dt"/>
          </p:nvPr>
        </p:nvSpPr>
        <p:spPr>
          <a:xfrm>
            <a:off x="822961" y="4844839"/>
            <a:ext cx="185420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1" name="Google Shape;181;p40"/>
          <p:cNvSpPr txBox="1"/>
          <p:nvPr>
            <p:ph idx="11" type="ftr"/>
          </p:nvPr>
        </p:nvSpPr>
        <p:spPr>
          <a:xfrm>
            <a:off x="2764639" y="4844839"/>
            <a:ext cx="361710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2" name="Google Shape;182;p40"/>
          <p:cNvSpPr txBox="1"/>
          <p:nvPr>
            <p:ph idx="12" type="sldNum"/>
          </p:nvPr>
        </p:nvSpPr>
        <p:spPr>
          <a:xfrm>
            <a:off x="7425344" y="4844839"/>
            <a:ext cx="98401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вертикальный текст" type="vertTx">
  <p:cSld name="VERTICAL_TEXT"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41"/>
          <p:cNvSpPr txBox="1"/>
          <p:nvPr>
            <p:ph type="title"/>
          </p:nvPr>
        </p:nvSpPr>
        <p:spPr>
          <a:xfrm>
            <a:off x="822960" y="214953"/>
            <a:ext cx="7543800" cy="108806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5" name="Google Shape;185;p41"/>
          <p:cNvSpPr txBox="1"/>
          <p:nvPr>
            <p:ph idx="1" type="body"/>
          </p:nvPr>
        </p:nvSpPr>
        <p:spPr>
          <a:xfrm rot="5400000">
            <a:off x="3086100" y="-878839"/>
            <a:ext cx="3017520" cy="754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00" spcFirstLastPara="1" rIns="4570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15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186" name="Google Shape;186;p41"/>
          <p:cNvSpPr txBox="1"/>
          <p:nvPr>
            <p:ph idx="10" type="dt"/>
          </p:nvPr>
        </p:nvSpPr>
        <p:spPr>
          <a:xfrm>
            <a:off x="822961" y="4844839"/>
            <a:ext cx="185420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7" name="Google Shape;187;p41"/>
          <p:cNvSpPr txBox="1"/>
          <p:nvPr>
            <p:ph idx="11" type="ftr"/>
          </p:nvPr>
        </p:nvSpPr>
        <p:spPr>
          <a:xfrm>
            <a:off x="2764639" y="4844839"/>
            <a:ext cx="361710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8" name="Google Shape;188;p41"/>
          <p:cNvSpPr txBox="1"/>
          <p:nvPr>
            <p:ph idx="12" type="sldNum"/>
          </p:nvPr>
        </p:nvSpPr>
        <p:spPr>
          <a:xfrm>
            <a:off x="7425344" y="4844839"/>
            <a:ext cx="98401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Вертикальный заголовок и текст" showMasterSp="0" type="vertTitleAndTx">
  <p:cSld name="VERTICAL_TITLE_AND_VERTICAL_TEXT"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42"/>
          <p:cNvSpPr/>
          <p:nvPr/>
        </p:nvSpPr>
        <p:spPr>
          <a:xfrm>
            <a:off x="2382" y="4800600"/>
            <a:ext cx="9141619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42"/>
          <p:cNvSpPr/>
          <p:nvPr/>
        </p:nvSpPr>
        <p:spPr>
          <a:xfrm>
            <a:off x="12" y="4750737"/>
            <a:ext cx="9141619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42"/>
          <p:cNvSpPr txBox="1"/>
          <p:nvPr>
            <p:ph type="title"/>
          </p:nvPr>
        </p:nvSpPr>
        <p:spPr>
          <a:xfrm rot="5400000">
            <a:off x="5370480" y="1484280"/>
            <a:ext cx="4318066" cy="19716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3" name="Google Shape;193;p42"/>
          <p:cNvSpPr txBox="1"/>
          <p:nvPr>
            <p:ph idx="1" type="body"/>
          </p:nvPr>
        </p:nvSpPr>
        <p:spPr>
          <a:xfrm rot="5400000">
            <a:off x="1369979" y="-430246"/>
            <a:ext cx="4318067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00" spcFirstLastPara="1" rIns="4570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15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194" name="Google Shape;194;p42"/>
          <p:cNvSpPr txBox="1"/>
          <p:nvPr>
            <p:ph idx="10" type="dt"/>
          </p:nvPr>
        </p:nvSpPr>
        <p:spPr>
          <a:xfrm>
            <a:off x="822961" y="4844839"/>
            <a:ext cx="185420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5" name="Google Shape;195;p42"/>
          <p:cNvSpPr txBox="1"/>
          <p:nvPr>
            <p:ph idx="11" type="ftr"/>
          </p:nvPr>
        </p:nvSpPr>
        <p:spPr>
          <a:xfrm>
            <a:off x="2764639" y="4844839"/>
            <a:ext cx="361710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6" name="Google Shape;196;p42"/>
          <p:cNvSpPr txBox="1"/>
          <p:nvPr>
            <p:ph idx="12" type="sldNum"/>
          </p:nvPr>
        </p:nvSpPr>
        <p:spPr>
          <a:xfrm>
            <a:off x="7425344" y="4844839"/>
            <a:ext cx="98401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BJECT" type="obj">
  <p:cSld name="OBJECT"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7"/>
          <p:cNvSpPr txBox="1"/>
          <p:nvPr>
            <p:ph type="title"/>
          </p:nvPr>
        </p:nvSpPr>
        <p:spPr>
          <a:xfrm>
            <a:off x="311760" y="2151000"/>
            <a:ext cx="8520120" cy="841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5" name="Google Shape;205;p17"/>
          <p:cNvSpPr txBox="1"/>
          <p:nvPr>
            <p:ph idx="1"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6" name="Google Shape;206;p17"/>
          <p:cNvSpPr txBox="1"/>
          <p:nvPr>
            <p:ph idx="11" type="ftr"/>
          </p:nvPr>
        </p:nvSpPr>
        <p:spPr>
          <a:xfrm>
            <a:off x="3124080" y="4767120"/>
            <a:ext cx="2895120" cy="2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00" lIns="68400" spcFirstLastPara="1" rIns="68400" wrap="square" tIns="342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7" name="Google Shape;207;p17"/>
          <p:cNvSpPr txBox="1"/>
          <p:nvPr>
            <p:ph idx="12" type="sldNum"/>
          </p:nvPr>
        </p:nvSpPr>
        <p:spPr>
          <a:xfrm>
            <a:off x="6553080" y="4767120"/>
            <a:ext cx="2133360" cy="2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00" lIns="68400" spcFirstLastPara="1" rIns="68400" wrap="square" tIns="34200">
            <a:norm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208" name="Google Shape;208;p17"/>
          <p:cNvSpPr txBox="1"/>
          <p:nvPr>
            <p:ph idx="10" type="dt"/>
          </p:nvPr>
        </p:nvSpPr>
        <p:spPr>
          <a:xfrm>
            <a:off x="457200" y="4767120"/>
            <a:ext cx="2133360" cy="2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00" lIns="68400" spcFirstLastPara="1" rIns="68400" wrap="square" tIns="342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_HEADER" type="blank">
  <p:cSld name="BLANK"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9"/>
          <p:cNvSpPr txBox="1"/>
          <p:nvPr>
            <p:ph idx="12" type="sldNum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_HEADER" type="tx">
  <p:cSld name="TITLE_AND_BODY"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0"/>
          <p:cNvSpPr txBox="1"/>
          <p:nvPr>
            <p:ph type="title"/>
          </p:nvPr>
        </p:nvSpPr>
        <p:spPr>
          <a:xfrm>
            <a:off x="311760" y="2151000"/>
            <a:ext cx="8520120" cy="841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7" name="Google Shape;217;p20"/>
          <p:cNvSpPr txBox="1"/>
          <p:nvPr>
            <p:ph idx="1"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8" name="Google Shape;218;p20"/>
          <p:cNvSpPr txBox="1"/>
          <p:nvPr>
            <p:ph idx="12" type="sldNum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_HEADER" type="title">
  <p:cSld name="TITLE"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1"/>
          <p:cNvSpPr txBox="1"/>
          <p:nvPr>
            <p:ph type="title"/>
          </p:nvPr>
        </p:nvSpPr>
        <p:spPr>
          <a:xfrm>
            <a:off x="311760" y="2151000"/>
            <a:ext cx="8520120" cy="841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1" name="Google Shape;221;p21"/>
          <p:cNvSpPr txBox="1"/>
          <p:nvPr>
            <p:ph idx="1"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2" name="Google Shape;222;p21"/>
          <p:cNvSpPr txBox="1"/>
          <p:nvPr>
            <p:ph idx="12" type="sldNum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_NUMBER" type="blank">
  <p:cSld name="BLANK"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44"/>
          <p:cNvSpPr txBox="1"/>
          <p:nvPr>
            <p:ph idx="12" type="sldNum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46"/>
          <p:cNvSpPr txBox="1"/>
          <p:nvPr>
            <p:ph idx="12" type="sldNum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blank">
  <p:cSld name="BLANK"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48"/>
          <p:cNvSpPr txBox="1"/>
          <p:nvPr>
            <p:ph idx="11" type="ftr"/>
          </p:nvPr>
        </p:nvSpPr>
        <p:spPr>
          <a:xfrm>
            <a:off x="421920" y="4461120"/>
            <a:ext cx="396720" cy="213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1" name="Google Shape;241;p48"/>
          <p:cNvSpPr txBox="1"/>
          <p:nvPr>
            <p:ph idx="12" type="sldNum"/>
          </p:nvPr>
        </p:nvSpPr>
        <p:spPr>
          <a:xfrm>
            <a:off x="6583680" y="4783320"/>
            <a:ext cx="2102760" cy="1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242" name="Google Shape;242;p48"/>
          <p:cNvSpPr txBox="1"/>
          <p:nvPr>
            <p:ph idx="10" type="dt"/>
          </p:nvPr>
        </p:nvSpPr>
        <p:spPr>
          <a:xfrm>
            <a:off x="457200" y="4783320"/>
            <a:ext cx="2102760" cy="213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TWO_COLUMNS" type="twoObj">
  <p:cSld name="TWO_OBJECTS"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50"/>
          <p:cNvSpPr txBox="1"/>
          <p:nvPr>
            <p:ph type="title"/>
          </p:nvPr>
        </p:nvSpPr>
        <p:spPr>
          <a:xfrm>
            <a:off x="311760" y="2151000"/>
            <a:ext cx="8520120" cy="841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0" name="Google Shape;250;p50"/>
          <p:cNvSpPr txBox="1"/>
          <p:nvPr>
            <p:ph idx="1" type="body"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1" name="Google Shape;251;p50"/>
          <p:cNvSpPr txBox="1"/>
          <p:nvPr>
            <p:ph idx="2" type="body"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2" name="Google Shape;252;p50"/>
          <p:cNvSpPr txBox="1"/>
          <p:nvPr>
            <p:ph idx="12" type="sldNum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ONLY" type="titleOnly">
  <p:cSld name="TITLE_ONLY"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52"/>
          <p:cNvSpPr txBox="1"/>
          <p:nvPr>
            <p:ph type="title"/>
          </p:nvPr>
        </p:nvSpPr>
        <p:spPr>
          <a:xfrm>
            <a:off x="311760" y="2151000"/>
            <a:ext cx="8520120" cy="841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8" name="Google Shape;258;p52"/>
          <p:cNvSpPr txBox="1"/>
          <p:nvPr>
            <p:ph idx="12" type="sldNum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_COLUMN_TEXT" type="blank">
  <p:cSld name="BLANK"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54"/>
          <p:cNvSpPr txBox="1"/>
          <p:nvPr>
            <p:ph idx="12" type="sldNum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_TITLE_AND_DESCRIPTION" type="blank">
  <p:cSld name="BLANK"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56"/>
          <p:cNvSpPr txBox="1"/>
          <p:nvPr>
            <p:ph idx="12" type="sldNum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_ONLY" type="blank">
  <p:cSld name="BLANK"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58"/>
          <p:cNvSpPr txBox="1"/>
          <p:nvPr>
            <p:ph idx="12" type="sldNum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4.xml"/><Relationship Id="rId10" Type="http://schemas.openxmlformats.org/officeDocument/2006/relationships/slideLayout" Target="../slideLayouts/slideLayout23.xml"/><Relationship Id="rId12" Type="http://schemas.openxmlformats.org/officeDocument/2006/relationships/theme" Target="../theme/theme8.xml"/><Relationship Id="rId1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0.xml"/><Relationship Id="rId8" Type="http://schemas.openxmlformats.org/officeDocument/2006/relationships/slideLayout" Target="../slideLayouts/slideLayout21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theme" Target="../theme/theme7.xml"/></Relationships>
</file>

<file path=ppt/slideMasters/_rels/slideMaster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slideLayout" Target="../slideLayouts/slideLayout27.xml"/><Relationship Id="rId3" Type="http://schemas.openxmlformats.org/officeDocument/2006/relationships/slideLayout" Target="../slideLayouts/slideLayout28.xml"/><Relationship Id="rId4" Type="http://schemas.openxmlformats.org/officeDocument/2006/relationships/theme" Target="../theme/theme3.xml"/></Relationships>
</file>

<file path=ppt/slideMasters/_rels/slideMaster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theme" Target="../theme/theme10.xml"/></Relationships>
</file>

<file path=ppt/slideMasters/_rels/slideMaster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theme" Target="../theme/theme2.xml"/></Relationships>
</file>

<file path=ppt/slideMasters/_rels/slideMaster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theme" Target="../theme/theme4.xml"/></Relationships>
</file>

<file path=ppt/slideMasters/_rels/slideMaster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theme" Target="../theme/theme12.xml"/></Relationships>
</file>

<file path=ppt/slideMasters/_rels/slideMaster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theme" Target="../theme/theme13.xml"/></Relationships>
</file>

<file path=ppt/slideMasters/_rels/slideMaster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theme" Target="../theme/theme6.xml"/></Relationships>
</file>

<file path=ppt/slideMasters/_rels/slideMaster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theme" Target="../theme/theme9.xml"/></Relationships>
</file>

<file path=ppt/slideMasters/_rels/slideMaster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6.xml"/><Relationship Id="rId2" Type="http://schemas.openxmlformats.org/officeDocument/2006/relationships/theme" Target="../theme/theme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1"/>
          <p:cNvSpPr/>
          <p:nvPr/>
        </p:nvSpPr>
        <p:spPr>
          <a:xfrm>
            <a:off x="1" y="4800600"/>
            <a:ext cx="9144000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" name="Google Shape;7;p11"/>
          <p:cNvSpPr/>
          <p:nvPr/>
        </p:nvSpPr>
        <p:spPr>
          <a:xfrm>
            <a:off x="0" y="4750737"/>
            <a:ext cx="9144001" cy="494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" name="Google Shape;8;p11"/>
          <p:cNvSpPr txBox="1"/>
          <p:nvPr>
            <p:ph type="title"/>
          </p:nvPr>
        </p:nvSpPr>
        <p:spPr>
          <a:xfrm>
            <a:off x="822960" y="214953"/>
            <a:ext cx="7543800" cy="108806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Calibri"/>
              <a:buNone/>
              <a:defRPr b="0" i="0" sz="36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9" name="Google Shape;9;p11"/>
          <p:cNvSpPr txBox="1"/>
          <p:nvPr>
            <p:ph idx="1" type="body"/>
          </p:nvPr>
        </p:nvSpPr>
        <p:spPr>
          <a:xfrm>
            <a:off x="822960" y="1384301"/>
            <a:ext cx="7543800" cy="3017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23850" lvl="0" marL="457200" marR="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Calibri"/>
              <a:buChar char=" "/>
              <a:defRPr b="0" i="0" sz="15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14325" lvl="1" marL="914400" marR="0" rtl="0" algn="l">
              <a:lnSpc>
                <a:spcPct val="90000"/>
              </a:lnSpc>
              <a:spcBef>
                <a:spcPts val="150"/>
              </a:spcBef>
              <a:spcAft>
                <a:spcPts val="0"/>
              </a:spcAft>
              <a:buClr>
                <a:schemeClr val="accent1"/>
              </a:buClr>
              <a:buSzPts val="1350"/>
              <a:buFont typeface="Calibri"/>
              <a:buChar char="◦"/>
              <a:defRPr b="0" i="0" sz="135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95275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Calibri"/>
              <a:buChar char="◦"/>
              <a:defRPr b="0" i="0" sz="105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95275" lvl="3" marL="18288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Calibri"/>
              <a:buChar char="◦"/>
              <a:defRPr b="0" i="0" sz="105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95275" lvl="4" marL="22860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Calibri"/>
              <a:buChar char="◦"/>
              <a:defRPr b="0" i="0" sz="105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95275" lvl="5" marL="27432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Calibri"/>
              <a:buChar char="◦"/>
              <a:defRPr b="0" i="0" sz="105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95275" lvl="6" marL="32004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Calibri"/>
              <a:buChar char="◦"/>
              <a:defRPr b="0" i="0" sz="105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95275" lvl="7" marL="3657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Calibri"/>
              <a:buChar char="◦"/>
              <a:defRPr b="0" i="0" sz="105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95275" lvl="8" marL="4114800" marR="0" rtl="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ts val="1050"/>
              <a:buFont typeface="Calibri"/>
              <a:buChar char="◦"/>
              <a:defRPr b="0" i="0" sz="105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1"/>
          <p:cNvSpPr txBox="1"/>
          <p:nvPr>
            <p:ph idx="10" type="dt"/>
          </p:nvPr>
        </p:nvSpPr>
        <p:spPr>
          <a:xfrm>
            <a:off x="822961" y="4844839"/>
            <a:ext cx="185420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7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" name="Google Shape;11;p11"/>
          <p:cNvSpPr txBox="1"/>
          <p:nvPr>
            <p:ph idx="11" type="ftr"/>
          </p:nvPr>
        </p:nvSpPr>
        <p:spPr>
          <a:xfrm>
            <a:off x="2764639" y="4844839"/>
            <a:ext cx="361710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7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1"/>
          <p:cNvSpPr txBox="1"/>
          <p:nvPr>
            <p:ph idx="12" type="sldNum"/>
          </p:nvPr>
        </p:nvSpPr>
        <p:spPr>
          <a:xfrm>
            <a:off x="7425344" y="4844839"/>
            <a:ext cx="98401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3" name="Google Shape;13;p11"/>
          <p:cNvCxnSpPr/>
          <p:nvPr/>
        </p:nvCxnSpPr>
        <p:spPr>
          <a:xfrm>
            <a:off x="895149" y="1303384"/>
            <a:ext cx="7475220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3"/>
          <p:cNvSpPr/>
          <p:nvPr/>
        </p:nvSpPr>
        <p:spPr>
          <a:xfrm>
            <a:off x="1" y="4800600"/>
            <a:ext cx="9144000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3"/>
          <p:cNvSpPr/>
          <p:nvPr/>
        </p:nvSpPr>
        <p:spPr>
          <a:xfrm>
            <a:off x="0" y="4750737"/>
            <a:ext cx="9144001" cy="494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13"/>
          <p:cNvSpPr txBox="1"/>
          <p:nvPr>
            <p:ph type="title"/>
          </p:nvPr>
        </p:nvSpPr>
        <p:spPr>
          <a:xfrm>
            <a:off x="822960" y="214953"/>
            <a:ext cx="7543800" cy="108806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Calibri"/>
              <a:buNone/>
              <a:defRPr b="0" i="0" sz="36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09" name="Google Shape;109;p13"/>
          <p:cNvSpPr txBox="1"/>
          <p:nvPr>
            <p:ph idx="1" type="body"/>
          </p:nvPr>
        </p:nvSpPr>
        <p:spPr>
          <a:xfrm>
            <a:off x="822960" y="1384301"/>
            <a:ext cx="7543800" cy="3017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23850" lvl="0" marL="457200" marR="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Calibri"/>
              <a:buChar char=" "/>
              <a:defRPr b="0" i="0" sz="15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14325" lvl="1" marL="914400" marR="0" rtl="0" algn="l">
              <a:lnSpc>
                <a:spcPct val="90000"/>
              </a:lnSpc>
              <a:spcBef>
                <a:spcPts val="150"/>
              </a:spcBef>
              <a:spcAft>
                <a:spcPts val="0"/>
              </a:spcAft>
              <a:buClr>
                <a:schemeClr val="accent1"/>
              </a:buClr>
              <a:buSzPts val="1350"/>
              <a:buFont typeface="Calibri"/>
              <a:buChar char="◦"/>
              <a:defRPr b="0" i="0" sz="135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95275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Calibri"/>
              <a:buChar char="◦"/>
              <a:defRPr b="0" i="0" sz="105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95275" lvl="3" marL="18288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Calibri"/>
              <a:buChar char="◦"/>
              <a:defRPr b="0" i="0" sz="105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95275" lvl="4" marL="22860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Calibri"/>
              <a:buChar char="◦"/>
              <a:defRPr b="0" i="0" sz="105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95275" lvl="5" marL="27432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Calibri"/>
              <a:buChar char="◦"/>
              <a:defRPr b="0" i="0" sz="105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95275" lvl="6" marL="32004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Calibri"/>
              <a:buChar char="◦"/>
              <a:defRPr b="0" i="0" sz="105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95275" lvl="7" marL="3657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Calibri"/>
              <a:buChar char="◦"/>
              <a:defRPr b="0" i="0" sz="105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95275" lvl="8" marL="4114800" marR="0" rtl="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ts val="1050"/>
              <a:buFont typeface="Calibri"/>
              <a:buChar char="◦"/>
              <a:defRPr b="0" i="0" sz="105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0" name="Google Shape;110;p13"/>
          <p:cNvSpPr txBox="1"/>
          <p:nvPr>
            <p:ph idx="10" type="dt"/>
          </p:nvPr>
        </p:nvSpPr>
        <p:spPr>
          <a:xfrm>
            <a:off x="822961" y="4844839"/>
            <a:ext cx="185420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7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1" name="Google Shape;111;p13"/>
          <p:cNvSpPr txBox="1"/>
          <p:nvPr>
            <p:ph idx="11" type="ftr"/>
          </p:nvPr>
        </p:nvSpPr>
        <p:spPr>
          <a:xfrm>
            <a:off x="2764639" y="4844839"/>
            <a:ext cx="361710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7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2" name="Google Shape;112;p13"/>
          <p:cNvSpPr txBox="1"/>
          <p:nvPr>
            <p:ph idx="12" type="sldNum"/>
          </p:nvPr>
        </p:nvSpPr>
        <p:spPr>
          <a:xfrm>
            <a:off x="7425344" y="4844839"/>
            <a:ext cx="98401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13" name="Google Shape;113;p13"/>
          <p:cNvCxnSpPr/>
          <p:nvPr/>
        </p:nvCxnSpPr>
        <p:spPr>
          <a:xfrm>
            <a:off x="895149" y="1303384"/>
            <a:ext cx="7475220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6"/>
          <p:cNvSpPr txBox="1"/>
          <p:nvPr>
            <p:ph type="title"/>
          </p:nvPr>
        </p:nvSpPr>
        <p:spPr>
          <a:xfrm>
            <a:off x="457200" y="205920"/>
            <a:ext cx="8229240" cy="85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00" lIns="68400" spcFirstLastPara="1" rIns="68400" wrap="square" tIns="342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99" name="Google Shape;199;p16"/>
          <p:cNvSpPr txBox="1"/>
          <p:nvPr>
            <p:ph idx="1" type="body"/>
          </p:nvPr>
        </p:nvSpPr>
        <p:spPr>
          <a:xfrm>
            <a:off x="457200" y="1200240"/>
            <a:ext cx="8229240" cy="3394080"/>
          </a:xfrm>
          <a:prstGeom prst="rect">
            <a:avLst/>
          </a:prstGeom>
          <a:noFill/>
          <a:ln>
            <a:noFill/>
          </a:ln>
        </p:spPr>
        <p:txBody>
          <a:bodyPr anchorCtr="0" anchor="t" bIns="34200" lIns="68400" spcFirstLastPara="1" rIns="68400" wrap="square" tIns="342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00" name="Google Shape;200;p16"/>
          <p:cNvSpPr txBox="1"/>
          <p:nvPr>
            <p:ph idx="10" type="dt"/>
          </p:nvPr>
        </p:nvSpPr>
        <p:spPr>
          <a:xfrm>
            <a:off x="457200" y="4767120"/>
            <a:ext cx="2133360" cy="2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00" lIns="68400" spcFirstLastPara="1" rIns="68400" wrap="square" tIns="342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01" name="Google Shape;201;p16"/>
          <p:cNvSpPr txBox="1"/>
          <p:nvPr>
            <p:ph idx="11" type="ftr"/>
          </p:nvPr>
        </p:nvSpPr>
        <p:spPr>
          <a:xfrm>
            <a:off x="3124080" y="4767120"/>
            <a:ext cx="2895120" cy="2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00" lIns="68400" spcFirstLastPara="1" rIns="68400" wrap="square" tIns="342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02" name="Google Shape;202;p16"/>
          <p:cNvSpPr txBox="1"/>
          <p:nvPr>
            <p:ph idx="12" type="sldNum"/>
          </p:nvPr>
        </p:nvSpPr>
        <p:spPr>
          <a:xfrm>
            <a:off x="6553080" y="4767120"/>
            <a:ext cx="2133360" cy="2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00" lIns="68400" spcFirstLastPara="1" rIns="68400" wrap="square" tIns="34200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5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8"/>
          <p:cNvSpPr txBox="1"/>
          <p:nvPr>
            <p:ph type="title"/>
          </p:nvPr>
        </p:nvSpPr>
        <p:spPr>
          <a:xfrm>
            <a:off x="311760" y="2151000"/>
            <a:ext cx="8520120" cy="841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11" name="Google Shape;211;p18"/>
          <p:cNvSpPr txBox="1"/>
          <p:nvPr>
            <p:ph idx="12" type="sldNum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2" name="Google Shape;212;p18"/>
          <p:cNvSpPr txBox="1"/>
          <p:nvPr>
            <p:ph idx="1"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7" r:id="rId1"/>
    <p:sldLayoutId id="2147483678" r:id="rId2"/>
    <p:sldLayoutId id="2147483679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43"/>
          <p:cNvSpPr txBox="1"/>
          <p:nvPr>
            <p:ph type="title"/>
          </p:nvPr>
        </p:nvSpPr>
        <p:spPr>
          <a:xfrm>
            <a:off x="311760" y="1106280"/>
            <a:ext cx="8520120" cy="196308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25" name="Google Shape;225;p43"/>
          <p:cNvSpPr txBox="1"/>
          <p:nvPr>
            <p:ph idx="1" type="body"/>
          </p:nvPr>
        </p:nvSpPr>
        <p:spPr>
          <a:xfrm>
            <a:off x="311760" y="3152160"/>
            <a:ext cx="8520120" cy="130032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26" name="Google Shape;226;p43"/>
          <p:cNvSpPr txBox="1"/>
          <p:nvPr>
            <p:ph idx="12" type="sldNum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81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45"/>
          <p:cNvSpPr txBox="1"/>
          <p:nvPr>
            <p:ph idx="12" type="sldNum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83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47"/>
          <p:cNvSpPr txBox="1"/>
          <p:nvPr>
            <p:ph type="title"/>
          </p:nvPr>
        </p:nvSpPr>
        <p:spPr>
          <a:xfrm>
            <a:off x="1553760" y="1652400"/>
            <a:ext cx="6036120" cy="824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35" name="Google Shape;235;p47"/>
          <p:cNvSpPr txBox="1"/>
          <p:nvPr>
            <p:ph idx="1" type="body"/>
          </p:nvPr>
        </p:nvSpPr>
        <p:spPr>
          <a:xfrm>
            <a:off x="457200" y="1182960"/>
            <a:ext cx="8229240" cy="23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36" name="Google Shape;236;p47"/>
          <p:cNvSpPr txBox="1"/>
          <p:nvPr>
            <p:ph idx="11" type="ftr"/>
          </p:nvPr>
        </p:nvSpPr>
        <p:spPr>
          <a:xfrm>
            <a:off x="421920" y="4461120"/>
            <a:ext cx="396720" cy="213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37" name="Google Shape;237;p47"/>
          <p:cNvSpPr txBox="1"/>
          <p:nvPr>
            <p:ph idx="10" type="dt"/>
          </p:nvPr>
        </p:nvSpPr>
        <p:spPr>
          <a:xfrm>
            <a:off x="457200" y="4783320"/>
            <a:ext cx="2102760" cy="213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38" name="Google Shape;238;p47"/>
          <p:cNvSpPr txBox="1"/>
          <p:nvPr>
            <p:ph idx="12" type="sldNum"/>
          </p:nvPr>
        </p:nvSpPr>
        <p:spPr>
          <a:xfrm>
            <a:off x="6583680" y="4783320"/>
            <a:ext cx="2102760" cy="1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85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49"/>
          <p:cNvSpPr txBox="1"/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45" name="Google Shape;245;p49"/>
          <p:cNvSpPr txBox="1"/>
          <p:nvPr>
            <p:ph idx="1" type="body"/>
          </p:nvPr>
        </p:nvSpPr>
        <p:spPr>
          <a:xfrm>
            <a:off x="311760" y="1152360"/>
            <a:ext cx="3999600" cy="341604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46" name="Google Shape;246;p49"/>
          <p:cNvSpPr txBox="1"/>
          <p:nvPr>
            <p:ph idx="2" type="body"/>
          </p:nvPr>
        </p:nvSpPr>
        <p:spPr>
          <a:xfrm>
            <a:off x="4832280" y="1152360"/>
            <a:ext cx="3999600" cy="341604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47" name="Google Shape;247;p49"/>
          <p:cNvSpPr txBox="1"/>
          <p:nvPr>
            <p:ph idx="12" type="sldNum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87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51"/>
          <p:cNvSpPr txBox="1"/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55" name="Google Shape;255;p51"/>
          <p:cNvSpPr txBox="1"/>
          <p:nvPr>
            <p:ph idx="12" type="sldNum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8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53"/>
          <p:cNvSpPr txBox="1"/>
          <p:nvPr>
            <p:ph type="title"/>
          </p:nvPr>
        </p:nvSpPr>
        <p:spPr>
          <a:xfrm>
            <a:off x="311760" y="555480"/>
            <a:ext cx="2807640" cy="75528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61" name="Google Shape;261;p53"/>
          <p:cNvSpPr txBox="1"/>
          <p:nvPr>
            <p:ph idx="1" type="body"/>
          </p:nvPr>
        </p:nvSpPr>
        <p:spPr>
          <a:xfrm>
            <a:off x="311760" y="1389600"/>
            <a:ext cx="2807640" cy="317916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62" name="Google Shape;262;p53"/>
          <p:cNvSpPr txBox="1"/>
          <p:nvPr>
            <p:ph idx="12" type="sldNum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91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55"/>
          <p:cNvSpPr/>
          <p:nvPr/>
        </p:nvSpPr>
        <p:spPr>
          <a:xfrm>
            <a:off x="4572000" y="0"/>
            <a:ext cx="4571640" cy="514332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67" name="Google Shape;267;p55"/>
          <p:cNvSpPr txBox="1"/>
          <p:nvPr>
            <p:ph type="title"/>
          </p:nvPr>
        </p:nvSpPr>
        <p:spPr>
          <a:xfrm>
            <a:off x="265680" y="1233000"/>
            <a:ext cx="4044960" cy="148212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68" name="Google Shape;268;p55"/>
          <p:cNvSpPr txBox="1"/>
          <p:nvPr>
            <p:ph idx="1" type="body"/>
          </p:nvPr>
        </p:nvSpPr>
        <p:spPr>
          <a:xfrm>
            <a:off x="4939560" y="723960"/>
            <a:ext cx="3836520" cy="369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69" name="Google Shape;269;p55"/>
          <p:cNvSpPr txBox="1"/>
          <p:nvPr>
            <p:ph idx="12" type="sldNum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93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57"/>
          <p:cNvSpPr txBox="1"/>
          <p:nvPr>
            <p:ph idx="1" type="body"/>
          </p:nvPr>
        </p:nvSpPr>
        <p:spPr>
          <a:xfrm>
            <a:off x="311760" y="4230720"/>
            <a:ext cx="5998320" cy="6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74" name="Google Shape;274;p57"/>
          <p:cNvSpPr txBox="1"/>
          <p:nvPr>
            <p:ph idx="12" type="sldNum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95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2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5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Relationship Id="rId4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"/>
          <p:cNvSpPr txBox="1"/>
          <p:nvPr>
            <p:ph idx="1" type="subTitle"/>
          </p:nvPr>
        </p:nvSpPr>
        <p:spPr>
          <a:xfrm>
            <a:off x="1063255" y="2571750"/>
            <a:ext cx="6804837" cy="18076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b="0" i="0" lang="ru-RU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Выполнил:    студент 3 курса группы ИСВ-23</a:t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b="0" i="0" lang="ru-RU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Шарифов Хокимджон Шарифович</a:t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b="0" i="0" lang="ru-RU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Руководитель работы:  Масляков Андрей Олегович</a:t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"/>
          <p:cNvSpPr txBox="1"/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b="1" lang="ru-RU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ДИПЛОМНЫЙ ПРОЕКТ</a:t>
            </a:r>
            <a:br>
              <a:rPr lang="ru-RU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ru-RU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Разработка веб-сервиса «Ganich Beauty» средствами Django и Python для ИП «Ganich» с целью онлайн-продажи косметических товаров и управления заказами</a:t>
            </a:r>
            <a:endParaRPr b="0" sz="5200" u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3" name="Google Shape;283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6958" y="-1"/>
            <a:ext cx="1637414" cy="1127051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1"/>
          <p:cNvSpPr/>
          <p:nvPr/>
        </p:nvSpPr>
        <p:spPr>
          <a:xfrm>
            <a:off x="1414130" y="0"/>
            <a:ext cx="7417750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ГБПОУ Московской области Люберецкий техникум</a:t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имени Героя Советского Союза лётчика-космонавта Ю. А. Гагарина</a:t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5" name="Google Shape;285;p1"/>
          <p:cNvSpPr/>
          <p:nvPr/>
        </p:nvSpPr>
        <p:spPr>
          <a:xfrm>
            <a:off x="-10633" y="4235820"/>
            <a:ext cx="914364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Специальность: 09.02.07 «Информационные системы и программирование»</a:t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2"/>
          <p:cNvSpPr txBox="1"/>
          <p:nvPr>
            <p:ph idx="12" type="sldNum"/>
          </p:nvPr>
        </p:nvSpPr>
        <p:spPr>
          <a:xfrm>
            <a:off x="7425344" y="4844839"/>
            <a:ext cx="98401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fontScale="70000" lnSpcReduction="20000"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None/>
            </a:pPr>
            <a:fld id="{00000000-1234-1234-1234-123412341234}" type="slidenum">
              <a:rPr b="0" i="0" lang="ru-RU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1" name="Google Shape;291;p2"/>
          <p:cNvSpPr txBox="1"/>
          <p:nvPr>
            <p:ph idx="4294967295" type="title"/>
          </p:nvPr>
        </p:nvSpPr>
        <p:spPr>
          <a:xfrm>
            <a:off x="4157330" y="890773"/>
            <a:ext cx="4763386" cy="409098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44958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b="1" lang="ru-RU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Актуальность дипломной работы </a:t>
            </a:r>
            <a:r>
              <a:rPr lang="ru-RU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обусловлена растущей потребностью различных форм бизнеса в эффективном управлении онлайн-продаж и обработки заказов. Современные условия рынка продаж требуют внедрения автоматизированных систем, позволяющих оптимизировать работу с оформлением заказов и упростить взаимодействие между участниками процесса.</a:t>
            </a:r>
            <a:br>
              <a:rPr lang="ru-RU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ru-RU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ru-RU" sz="1800">
                <a:latin typeface="Arial"/>
                <a:ea typeface="Arial"/>
                <a:cs typeface="Arial"/>
                <a:sym typeface="Arial"/>
              </a:rPr>
            </a:b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2" name="Google Shape;292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3284" y="813833"/>
            <a:ext cx="3785190" cy="30989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3"/>
          <p:cNvSpPr txBox="1"/>
          <p:nvPr>
            <p:ph idx="1" type="body"/>
          </p:nvPr>
        </p:nvSpPr>
        <p:spPr>
          <a:xfrm>
            <a:off x="311760" y="1244224"/>
            <a:ext cx="8520120" cy="335376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44958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b="0" i="0" lang="ru-RU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Для достижения поставленной цели необходимо решить следующие </a:t>
            </a:r>
            <a:r>
              <a:rPr b="1" i="0" lang="ru-RU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задачи</a:t>
            </a:r>
            <a:r>
              <a:rPr b="0" i="0" lang="ru-RU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b="0" i="0" lang="ru-RU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Провести обзор научной и практической литературы по теме исследования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b="0" i="0" lang="ru-RU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Проанализировать предметную область образовательной документации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b="0" i="0" lang="ru-RU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Исследовать существующие решения для онлайн-продаж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b="0" i="0" lang="ru-RU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Изучить технологический стек Django и Python для разработки веб-сервиса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b="0" i="0" lang="ru-RU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Сформулировать требования к веб-сервису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b="0" i="0" lang="ru-RU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Разработать архитектуру сайта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b="0" i="0" lang="ru-RU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Организовать базу данных и программную архитектуру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b="0" i="0" lang="ru-RU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Реализовать ключевые функциональные возможности системы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3"/>
          <p:cNvSpPr txBox="1"/>
          <p:nvPr>
            <p:ph type="title"/>
          </p:nvPr>
        </p:nvSpPr>
        <p:spPr>
          <a:xfrm>
            <a:off x="311760" y="166489"/>
            <a:ext cx="8520120" cy="83088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1" lang="ru-RU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Цель </a:t>
            </a:r>
            <a:r>
              <a:rPr lang="ru-RU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дипломной р</a:t>
            </a:r>
            <a:r>
              <a:rPr lang="ru-RU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аботы - разработать веб-сервиса средствами Django и Python для ИП «Ganich» с целью онлайн-продажи косметических товаров и управления заказами.</a:t>
            </a:r>
            <a:endParaRPr b="0" sz="2000" u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3"/>
          <p:cNvSpPr txBox="1"/>
          <p:nvPr>
            <p:ph idx="12" type="sldNum"/>
          </p:nvPr>
        </p:nvSpPr>
        <p:spPr>
          <a:xfrm>
            <a:off x="7425344" y="4844839"/>
            <a:ext cx="98401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fontScale="70000" lnSpcReduction="20000"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None/>
            </a:pPr>
            <a:fld id="{00000000-1234-1234-1234-123412341234}" type="slidenum">
              <a:rPr b="0" i="0" lang="ru-RU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4"/>
          <p:cNvSpPr txBox="1"/>
          <p:nvPr>
            <p:ph idx="1" type="body"/>
          </p:nvPr>
        </p:nvSpPr>
        <p:spPr>
          <a:xfrm>
            <a:off x="233916" y="222044"/>
            <a:ext cx="8761228" cy="4445649"/>
          </a:xfrm>
          <a:prstGeom prst="rect">
            <a:avLst/>
          </a:prstGeom>
          <a:noFill/>
          <a:ln>
            <a:noFill/>
          </a:ln>
        </p:spPr>
        <p:txBody>
          <a:bodyPr anchorCtr="0" anchor="t" bIns="34200" lIns="68400" spcFirstLastPara="1" rIns="68400" wrap="square" tIns="34200">
            <a:normAutofit fontScale="85000" lnSpcReduction="10000"/>
          </a:bodyPr>
          <a:lstStyle/>
          <a:p>
            <a:pPr indent="457200" lvl="0" marL="0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None/>
            </a:pPr>
            <a:r>
              <a:rPr b="0" i="0" lang="ru-RU" sz="19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 рамках данного дипломного проекта необходимо разработать веб-сервис «Ganich Beauty» средствами Django и Python для ИП «Ganich» с целью онлайн-продажи косметических товаров и управления заказами.</a:t>
            </a:r>
            <a:endParaRPr/>
          </a:p>
          <a:p>
            <a:pPr indent="457200" lvl="0" marL="0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/>
              <a:buNone/>
            </a:pPr>
            <a:r>
              <a:rPr b="1" i="0" lang="ru-RU" sz="19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При выборе технологического стека предпочтение было отдано </a:t>
            </a:r>
            <a:r>
              <a:rPr b="1" i="0" lang="ru-RU" sz="19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Django и Python </a:t>
            </a:r>
            <a:endParaRPr/>
          </a:p>
          <a:p>
            <a:pPr indent="449999" lvl="0" marL="0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/>
              <a:buNone/>
            </a:pPr>
            <a:r>
              <a:rPr b="0" i="0" lang="ru-RU" sz="19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Выбор Python в качестве языка программирования обусловлен несколькими факторами:</a:t>
            </a:r>
            <a:endParaRPr b="0" i="0" sz="19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49999" lvl="0" marL="0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/>
              <a:buNone/>
            </a:pPr>
            <a:r>
              <a:rPr b="0" i="0" lang="ru-RU" sz="19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Простота синтаксиса и высокая производительность разработки</a:t>
            </a:r>
            <a:endParaRPr b="0" i="0" sz="19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0" marL="285750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/>
              <a:buChar char="-"/>
            </a:pPr>
            <a:r>
              <a:rPr b="0" i="0" lang="ru-RU" sz="19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Широкие возможности</a:t>
            </a:r>
            <a:endParaRPr/>
          </a:p>
          <a:p>
            <a:pPr indent="449999" lvl="0" marL="0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/>
              <a:buNone/>
            </a:pPr>
            <a:r>
              <a:rPr b="1" i="0" lang="ru-RU" sz="19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Выбор фреймворка Django обоснован следующими преимуществами:</a:t>
            </a:r>
            <a:endParaRPr b="1" i="0" sz="19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49999" lvl="0" marL="0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/>
              <a:buNone/>
            </a:pPr>
            <a:r>
              <a:rPr b="0" i="0" lang="ru-RU" sz="19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Наличие встроенного ORM (Object-Relational Mapping), что позволяет:</a:t>
            </a:r>
            <a:endParaRPr b="0" i="0" sz="19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49999" lvl="0" marL="0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/>
              <a:buNone/>
            </a:pPr>
            <a:r>
              <a:rPr b="0" i="0" lang="ru-RU" sz="19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Работать с базой данных через Python-код</a:t>
            </a:r>
            <a:endParaRPr b="0" i="0" sz="19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49999" lvl="0" marL="0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/>
              <a:buNone/>
            </a:pPr>
            <a:r>
              <a:rPr b="0" i="0" lang="ru-RU" sz="19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Не требуется написание SQL-запросов вручную</a:t>
            </a:r>
            <a:endParaRPr b="0" i="0" sz="19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49999" lvl="0" marL="0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/>
              <a:buNone/>
            </a:pPr>
            <a:r>
              <a:rPr b="0" i="0" lang="ru-RU" sz="19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Упрощает миграции и изменение структуры баз данных</a:t>
            </a:r>
            <a:endParaRPr b="0" i="0" sz="19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49999" lvl="0" marL="0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/>
              <a:buNone/>
            </a:pPr>
            <a:r>
              <a:rPr b="0" i="0" lang="ru-RU" sz="19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Обеспечивает защиту от SQL-инъекций</a:t>
            </a:r>
            <a:endParaRPr b="0" i="0" sz="19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49999" lvl="0" marL="0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/>
              <a:buNone/>
            </a:pPr>
            <a:r>
              <a:rPr b="0" i="0" lang="ru-RU" sz="19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Встроенная система аутентификации и авторизации пользователей</a:t>
            </a:r>
            <a:endParaRPr b="0" i="0" sz="19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49999" lvl="0" marL="0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/>
              <a:buNone/>
            </a:pPr>
            <a:r>
              <a:rPr b="0" i="0" lang="ru-RU" sz="19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Готовые инструменты для администрирования (Django Admin)</a:t>
            </a:r>
            <a:endParaRPr b="0" i="0" sz="19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49999" lvl="0" marL="0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/>
              <a:buNone/>
            </a:pPr>
            <a:r>
              <a:rPr b="0" i="0" lang="ru-RU" sz="19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Масштабируемость решения</a:t>
            </a:r>
            <a:endParaRPr b="0" i="0" sz="19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icture background" id="305" name="Google Shape;305;p4"/>
          <p:cNvPicPr preferRelativeResize="0"/>
          <p:nvPr/>
        </p:nvPicPr>
        <p:blipFill rotWithShape="1">
          <a:blip r:embed="rId3">
            <a:alphaModFix/>
          </a:blip>
          <a:srcRect b="8613" l="19186" r="21037" t="7117"/>
          <a:stretch/>
        </p:blipFill>
        <p:spPr>
          <a:xfrm>
            <a:off x="6974957" y="2751174"/>
            <a:ext cx="2020187" cy="239232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background" id="306" name="Google Shape;306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254773" y="2068256"/>
            <a:ext cx="1655311" cy="7532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5"/>
          <p:cNvSpPr txBox="1"/>
          <p:nvPr>
            <p:ph type="title"/>
          </p:nvPr>
        </p:nvSpPr>
        <p:spPr>
          <a:xfrm>
            <a:off x="457560" y="168660"/>
            <a:ext cx="8229240" cy="85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00" lIns="68400" spcFirstLastPara="1" rIns="68400" wrap="square" tIns="342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0" lang="ru-RU" sz="2800" u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Функционал</a:t>
            </a:r>
            <a:endParaRPr b="0" sz="28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12" name="Google Shape;312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42440" y="1823400"/>
            <a:ext cx="4658400" cy="315144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3" name="Google Shape;313;p5"/>
          <p:cNvPicPr preferRelativeResize="0"/>
          <p:nvPr/>
        </p:nvPicPr>
        <p:blipFill rotWithShape="1">
          <a:blip r:embed="rId4">
            <a:alphaModFix/>
          </a:blip>
          <a:srcRect b="0" l="0" r="9864" t="0"/>
          <a:stretch/>
        </p:blipFill>
        <p:spPr>
          <a:xfrm>
            <a:off x="676184" y="818707"/>
            <a:ext cx="8229240" cy="41561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6"/>
          <p:cNvSpPr txBox="1"/>
          <p:nvPr>
            <p:ph idx="1" type="body"/>
          </p:nvPr>
        </p:nvSpPr>
        <p:spPr>
          <a:xfrm>
            <a:off x="361687" y="1135735"/>
            <a:ext cx="2307085" cy="2872030"/>
          </a:xfrm>
          <a:prstGeom prst="rect">
            <a:avLst/>
          </a:prstGeom>
          <a:noFill/>
          <a:ln>
            <a:noFill/>
          </a:ln>
        </p:spPr>
        <p:txBody>
          <a:bodyPr anchorCtr="0" anchor="t" bIns="34200" lIns="68400" spcFirstLastPara="1" rIns="68400" wrap="square" tIns="34200">
            <a:norm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ru-RU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Диаграмма деятельности алгоритм работы с веб-сервисом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19" name="Google Shape;319;p6"/>
          <p:cNvPicPr preferRelativeResize="0"/>
          <p:nvPr/>
        </p:nvPicPr>
        <p:blipFill rotWithShape="1">
          <a:blip r:embed="rId3">
            <a:alphaModFix/>
          </a:blip>
          <a:srcRect b="0" l="20516" r="0" t="0"/>
          <a:stretch/>
        </p:blipFill>
        <p:spPr>
          <a:xfrm>
            <a:off x="2934586" y="102780"/>
            <a:ext cx="6049926" cy="49476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7"/>
          <p:cNvSpPr txBox="1"/>
          <p:nvPr>
            <p:ph type="title"/>
          </p:nvPr>
        </p:nvSpPr>
        <p:spPr>
          <a:xfrm>
            <a:off x="457200" y="205920"/>
            <a:ext cx="8229240" cy="85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00" lIns="68400" spcFirstLastPara="1" rIns="68400" wrap="square" tIns="342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0" lang="ru-RU" sz="2800" u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Интерфейс</a:t>
            </a:r>
            <a:endParaRPr b="0" sz="28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5" name="Google Shape;325;p7"/>
          <p:cNvSpPr txBox="1"/>
          <p:nvPr>
            <p:ph idx="12" type="sldNum"/>
          </p:nvPr>
        </p:nvSpPr>
        <p:spPr>
          <a:xfrm>
            <a:off x="6553080" y="4767120"/>
            <a:ext cx="2133360" cy="2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00" lIns="68400" spcFirstLastPara="1" rIns="68400" wrap="square" tIns="34200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fld id="{00000000-1234-1234-1234-123412341234}" type="slidenum">
              <a:rPr b="0" i="0" lang="ru-RU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26" name="Google Shape;326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892620"/>
            <a:ext cx="8508151" cy="3874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8"/>
          <p:cNvSpPr txBox="1"/>
          <p:nvPr>
            <p:ph idx="1" type="body"/>
          </p:nvPr>
        </p:nvSpPr>
        <p:spPr>
          <a:xfrm>
            <a:off x="6379534" y="214545"/>
            <a:ext cx="2105247" cy="166741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b="0" i="0" lang="ru-RU" sz="4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Корзина и оформление заказа</a:t>
            </a:r>
            <a:endParaRPr/>
          </a:p>
        </p:txBody>
      </p:sp>
      <p:pic>
        <p:nvPicPr>
          <p:cNvPr id="332" name="Google Shape;332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9393" y="50062"/>
            <a:ext cx="5743575" cy="266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3" name="Google Shape;333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61181" y="2284671"/>
            <a:ext cx="5743575" cy="274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9"/>
          <p:cNvSpPr txBox="1"/>
          <p:nvPr>
            <p:ph type="title"/>
          </p:nvPr>
        </p:nvSpPr>
        <p:spPr>
          <a:xfrm>
            <a:off x="457380" y="139643"/>
            <a:ext cx="8229240" cy="85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00" lIns="68400" spcFirstLastPara="1" rIns="68400" wrap="square" tIns="342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0" lang="ru-RU" sz="2800" u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Заключение</a:t>
            </a:r>
            <a:endParaRPr b="0" sz="28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9" name="Google Shape;339;p9"/>
          <p:cNvSpPr txBox="1"/>
          <p:nvPr>
            <p:ph idx="12" type="sldNum"/>
          </p:nvPr>
        </p:nvSpPr>
        <p:spPr>
          <a:xfrm>
            <a:off x="6553080" y="4767120"/>
            <a:ext cx="2133360" cy="2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00" lIns="68400" spcFirstLastPara="1" rIns="68400" wrap="square" tIns="34200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fld id="{00000000-1234-1234-1234-123412341234}" type="slidenum">
              <a:rPr b="0" i="0" lang="ru-RU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Picture background" id="340" name="Google Shape;340;p9"/>
          <p:cNvPicPr preferRelativeResize="0"/>
          <p:nvPr/>
        </p:nvPicPr>
        <p:blipFill rotWithShape="1">
          <a:blip r:embed="rId3">
            <a:alphaModFix/>
          </a:blip>
          <a:srcRect b="13178" l="11964" r="11484" t="8889"/>
          <a:stretch/>
        </p:blipFill>
        <p:spPr>
          <a:xfrm>
            <a:off x="5206529" y="1032246"/>
            <a:ext cx="3937471" cy="4008474"/>
          </a:xfrm>
          <a:prstGeom prst="rect">
            <a:avLst/>
          </a:prstGeom>
          <a:noFill/>
          <a:ln>
            <a:noFill/>
          </a:ln>
        </p:spPr>
      </p:pic>
      <p:sp>
        <p:nvSpPr>
          <p:cNvPr id="341" name="Google Shape;341;p9"/>
          <p:cNvSpPr txBox="1"/>
          <p:nvPr>
            <p:ph idx="1" type="body"/>
          </p:nvPr>
        </p:nvSpPr>
        <p:spPr>
          <a:xfrm>
            <a:off x="457200" y="874710"/>
            <a:ext cx="4401880" cy="3394080"/>
          </a:xfrm>
          <a:prstGeom prst="rect">
            <a:avLst/>
          </a:prstGeom>
          <a:noFill/>
          <a:ln>
            <a:noFill/>
          </a:ln>
        </p:spPr>
        <p:txBody>
          <a:bodyPr anchorCtr="0" anchor="t" bIns="34200" lIns="68400" spcFirstLastPara="1" rIns="68400" wrap="square" tIns="34200">
            <a:noAutofit/>
          </a:bodyPr>
          <a:lstStyle/>
          <a:p>
            <a:pPr indent="0" lvl="0" marL="14004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rPr b="0" i="0" lang="ru-RU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 ходе выполнения дипломной работы:</a:t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16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✓"/>
            </a:pPr>
            <a:r>
              <a:rPr b="0" i="0" lang="ru-RU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Были проанализированы источники по данной теме.</a:t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16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✓"/>
            </a:pPr>
            <a:r>
              <a:rPr b="0" i="0" lang="ru-RU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Определен функционал, который включает в себя </a:t>
            </a:r>
            <a:endParaRPr/>
          </a:p>
          <a:p>
            <a:pPr indent="-31716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✓"/>
            </a:pPr>
            <a:r>
              <a:rPr b="0" i="0" lang="ru-RU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Выбраны средства разработки, а именно Python и Django</a:t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16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✓"/>
            </a:pPr>
            <a:r>
              <a:rPr b="0" i="0" lang="ru-RU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Создана структура веб-сервиса, построена диаграмма Use Case</a:t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16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✓"/>
            </a:pPr>
            <a:r>
              <a:rPr b="0" i="0" lang="ru-RU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Разработан веб-сервис для продавца косметики «Ganich Beauty»</a:t>
            </a:r>
            <a:endParaRPr/>
          </a:p>
          <a:p>
            <a:pPr indent="-31716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✓"/>
            </a:pPr>
            <a:r>
              <a:rPr b="0" i="0" lang="ru-RU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Цель</a:t>
            </a:r>
            <a:r>
              <a:rPr b="1" i="0" lang="ru-RU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ru-RU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дипломной работы была достигнута. </a:t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52400" marR="15240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highlight>
                  <a:srgbClr val="F0F6FC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https://github.com/F4licks/Granich_Beauty</a:t>
            </a:r>
            <a:endParaRPr sz="1800">
              <a:highlight>
                <a:srgbClr val="F0F6FC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0286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10"/>
          <p:cNvSpPr txBox="1"/>
          <p:nvPr>
            <p:ph idx="4294967295" type="title"/>
          </p:nvPr>
        </p:nvSpPr>
        <p:spPr>
          <a:xfrm>
            <a:off x="311760" y="2151000"/>
            <a:ext cx="8520120" cy="841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b="0" i="0" lang="ru-RU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СПАСИБО ЗА ВНИМАНИЕ</a:t>
            </a:r>
            <a:endParaRPr b="0" i="0" sz="3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7" name="Google Shape;347;p10"/>
          <p:cNvSpPr txBox="1"/>
          <p:nvPr>
            <p:ph idx="12" type="sldNum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</a:pPr>
            <a:fld id="{00000000-1234-1234-1234-123412341234}" type="slidenum">
              <a:rPr b="0" i="0" lang="ru-RU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Ретро">
  <a:themeElements>
    <a:clrScheme name="Ретро">
      <a:dk1>
        <a:srgbClr val="000000"/>
      </a:dk1>
      <a:lt1>
        <a:srgbClr val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1_Ретро">
  <a:themeElements>
    <a:clrScheme name="Ретро">
      <a:dk1>
        <a:srgbClr val="000000"/>
      </a:dk1>
      <a:lt1>
        <a:srgbClr val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